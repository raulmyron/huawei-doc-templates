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6" r:id="rId1"/>
    <p:sldMasterId id="2147483910" r:id="rId2"/>
    <p:sldMasterId id="2147483913" r:id="rId3"/>
    <p:sldMasterId id="2147483903" r:id="rId4"/>
  </p:sldMasterIdLst>
  <p:notesMasterIdLst>
    <p:notesMasterId r:id="rId11"/>
  </p:notesMasterIdLst>
  <p:handoutMasterIdLst>
    <p:handoutMasterId r:id="rId12"/>
  </p:handout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E8D0D622-F6C6-F44A-B365-B4A5FF6195C2}">
          <p14:sldIdLst>
            <p14:sldId id="294"/>
          </p14:sldIdLst>
        </p14:section>
        <p14:section name="Contents" id="{9D221634-295C-7843-AF5C-A0CB4F229241}">
          <p14:sldIdLst>
            <p14:sldId id="293"/>
          </p14:sldIdLst>
        </p14:section>
        <p14:section name="Chapter Page" id="{FD05EE94-C931-8C4B-83A2-004B32AA1207}">
          <p14:sldIdLst>
            <p14:sldId id="295"/>
            <p14:sldId id="315"/>
            <p14:sldId id="285"/>
          </p14:sldIdLst>
        </p14:section>
        <p14:section name="Last Page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596BD1"/>
    <a:srgbClr val="5B71D4"/>
    <a:srgbClr val="E6E6E6"/>
    <a:srgbClr val="DEDEDE"/>
    <a:srgbClr val="CFCFCF"/>
    <a:srgbClr val="000000"/>
    <a:srgbClr val="151515"/>
    <a:srgbClr val="C7000B"/>
    <a:srgbClr val="5757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9" autoAdjust="0"/>
    <p:restoredTop sz="96291"/>
  </p:normalViewPr>
  <p:slideViewPr>
    <p:cSldViewPr snapToGrid="0" snapToObjects="1">
      <p:cViewPr varScale="1">
        <p:scale>
          <a:sx n="81" d="100"/>
          <a:sy n="81" d="100"/>
        </p:scale>
        <p:origin x="4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5C5C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0D3-42C4-A136-D69AF27F5295}"/>
              </c:ext>
            </c:extLst>
          </c:dPt>
          <c:dPt>
            <c:idx val="1"/>
            <c:invertIfNegative val="0"/>
            <c:bubble3D val="0"/>
            <c:spPr>
              <a:solidFill>
                <a:srgbClr val="92929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0D3-42C4-A136-D69AF27F5295}"/>
              </c:ext>
            </c:extLst>
          </c:dPt>
          <c:dPt>
            <c:idx val="2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0D3-42C4-A136-D69AF27F5295}"/>
              </c:ext>
            </c:extLst>
          </c:dPt>
          <c:dPt>
            <c:idx val="3"/>
            <c:invertIfNegative val="0"/>
            <c:bubble3D val="0"/>
            <c:spPr>
              <a:solidFill>
                <a:srgbClr val="E9002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0D3-42C4-A136-D69AF27F5295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0D3-42C4-A136-D69AF27F5295}"/>
              </c:ext>
            </c:extLst>
          </c:dPt>
          <c:dPt>
            <c:idx val="5"/>
            <c:invertIfNegative val="0"/>
            <c:bubble3D val="0"/>
            <c:spPr>
              <a:solidFill>
                <a:srgbClr val="FBA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0D3-42C4-A136-D69AF27F5295}"/>
              </c:ext>
            </c:extLst>
          </c:dPt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S. &amp; Cent.</c:v>
                </c:pt>
                <c:pt idx="2">
                  <c:v>Europe &amp;</c:v>
                </c:pt>
                <c:pt idx="3">
                  <c:v>Middle</c:v>
                </c:pt>
                <c:pt idx="4">
                  <c:v>Africa</c:v>
                </c:pt>
                <c:pt idx="5">
                  <c:v>Asia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70</c:v>
                </c:pt>
                <c:pt idx="3">
                  <c:v>140</c:v>
                </c:pt>
                <c:pt idx="4">
                  <c:v>70</c:v>
                </c:pt>
                <c:pt idx="5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0D3-42C4-A136-D69AF27F52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"/>
        <c:overlap val="9"/>
        <c:axId val="789460320"/>
        <c:axId val="789458144"/>
      </c:barChart>
      <c:catAx>
        <c:axId val="7894603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89458144"/>
        <c:crosses val="autoZero"/>
        <c:auto val="1"/>
        <c:lblAlgn val="ctr"/>
        <c:lblOffset val="100"/>
        <c:noMultiLvlLbl val="0"/>
      </c:catAx>
      <c:valAx>
        <c:axId val="789458144"/>
        <c:scaling>
          <c:orientation val="minMax"/>
          <c:max val="160"/>
          <c:min val="0"/>
        </c:scaling>
        <c:delete val="1"/>
        <c:axPos val="l"/>
        <c:majorGridlines>
          <c:spPr>
            <a:ln w="9525" cap="flat" cmpd="sng" algn="ctr">
              <a:solidFill>
                <a:srgbClr val="C5C5C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89460320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10/23/2025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uawei Sans" panose="020C05030302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uawei Sans" panose="020C0503030203020204" pitchFamily="34" charset="0"/>
              </a:defRPr>
            </a:lvl1pPr>
          </a:lstStyle>
          <a:p>
            <a:fld id="{0DD60A27-BF12-6744-9E93-932A0E34D8BB}" type="datetimeFigureOut">
              <a:rPr lang="en-US" smtClean="0"/>
              <a:pPr/>
              <a:t>10/23/2025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uawei Sans" panose="020C05030302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uawei Sans" panose="020C0503030203020204" pitchFamily="34" charset="0"/>
              </a:defRPr>
            </a:lvl1pPr>
          </a:lstStyle>
          <a:p>
            <a:fld id="{F07326F3-4732-B74B-9C70-D0992466E4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9574A3C-DF18-4313-A135-099508AA80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33" t="15108" r="27233" b="28501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0121970-0D4B-490B-8C7B-77CFCE54E2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40" y="327660"/>
            <a:ext cx="572625" cy="566867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8D2239F5-4BDB-47B9-884A-3112584812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07245" y="5901690"/>
            <a:ext cx="861859" cy="628650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DB1C27E3-16C6-463A-B434-45FDCCAFDAC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4504" y="327660"/>
            <a:ext cx="2514600" cy="19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68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add text</a:t>
            </a:r>
          </a:p>
        </p:txBody>
      </p:sp>
      <p:cxnSp>
        <p:nvCxnSpPr>
          <p:cNvPr id="5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975" y="1349255"/>
            <a:ext cx="161542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1010869" y="720733"/>
            <a:ext cx="1840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schemeClr val="tx1"/>
                </a:solidFill>
                <a:latin typeface="Huawei Sans" panose="020C0503030203020204" pitchFamily="34" charset="0"/>
                <a:ea typeface="Microsoft YaHei" charset="-122"/>
                <a:cs typeface="Huawei Sans" panose="020C0503030203020204" pitchFamily="34" charset="0"/>
              </a:rPr>
              <a:t>Contents</a:t>
            </a:r>
            <a:endParaRPr kumimoji="1" lang="zh-CN" altLang="en-US" sz="3600" dirty="0">
              <a:solidFill>
                <a:schemeClr val="tx1"/>
              </a:solidFill>
              <a:latin typeface="Huawei Sans" panose="020C0503030203020204" pitchFamily="34" charset="0"/>
              <a:ea typeface="Microsoft YaHei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80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Huawei Sans Medium" panose="020C0603030203020204" pitchFamily="34" charset="0"/>
                <a:ea typeface="Microsoft YaHei" panose="020B0503020204020204" pitchFamily="34" charset="-122"/>
                <a:cs typeface="Huawei Sans Medium" panose="020C0603030203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altLang="zh-CN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600" baseline="0"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2pPr>
            <a:lvl3pPr marL="930300" marR="0" indent="0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>
                <a:tab pos="1208088" algn="ctr"/>
              </a:tabLst>
              <a:defRPr sz="1299" baseline="0"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altLang="zh-CN" dirty="0"/>
              <a:t>Click to add text</a:t>
            </a:r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altLang="zh-CN" dirty="0"/>
              <a:t>Click to add text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altLang="zh-CN" dirty="0"/>
              <a:t>Click to add text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5374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528" y="106331"/>
            <a:ext cx="10519708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282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51319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3.xml"/><Relationship Id="rId4" Type="http://schemas.openxmlformats.org/officeDocument/2006/relationships/image" Target="../media/image7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4.xml"/><Relationship Id="rId3" Type="http://schemas.openxmlformats.org/officeDocument/2006/relationships/image" Target="../media/image8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83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359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>
                <a:solidFill>
                  <a:srgbClr val="1D1D1B"/>
                </a:solidFill>
                <a:latin typeface="Huawei Sans" panose="020C0503030203020204" pitchFamily="34" charset="0"/>
                <a:ea typeface="+mn-ea"/>
                <a:cs typeface="Huawei Sans" panose="020C0503030203020204" pitchFamily="34" charset="0"/>
              </a:rPr>
              <a:t>Huawei Confidential</a:t>
            </a:r>
            <a:endParaRPr lang="en-US" sz="900" b="0" kern="1200" baseline="0" dirty="0">
              <a:solidFill>
                <a:srgbClr val="1D1D1B"/>
              </a:solidFill>
              <a:latin typeface="Huawei Sans" panose="020C0503030203020204" pitchFamily="34" charset="0"/>
              <a:ea typeface="+mn-ea"/>
              <a:cs typeface="Huawei Sans" panose="020C05030302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19484"/>
            <a:ext cx="1270800" cy="27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7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33901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Huawei Sans" panose="020C0503030203020204" pitchFamily="34" charset="0"/>
              <a:ea typeface="Microsoft YaHei" charset="-122"/>
              <a:cs typeface="Huawei Sans" panose="020C050303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2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Huawei Sans" panose="020C0503030203020204" pitchFamily="34" charset="0"/>
          <a:ea typeface="Microsoft YaHei" panose="020B0503020204020204" pitchFamily="34" charset="-122"/>
          <a:cs typeface="Huawei Sans" panose="020C0503030203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3600" b="1">
                <a:solidFill>
                  <a:srgbClr val="1F2328"/>
                </a:solidFill>
              </a:rPr>
              <a:t>Huawei Cloud O&amp;M Hotline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HCS 8.6.1 | Operations &amp;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0">
                <a:solidFill>
                  <a:srgbClr val="E8E8E8"/>
                </a:solidFill>
              </a:rPr>
              <a:t>Module 1 |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Training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1F2328"/>
                </a:solidFill>
              </a:rPr>
              <a:t>1. HCS 8.6.1 Architecture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2. Service Families and Acronyms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3. SR Opening Process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4. TAC Notification and SR Template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5. ITR (Issue To Resolve) Process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6. Escalation Matrix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7. Common O&amp;M Operations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8. Best Practices and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HCS 8.6.1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Management Plane and Data Plane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HCS (Huawei Cloud Stack) is an on-premise private cloud solution.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Main components: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ManageOne — unified operations platform (O&amp;M)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ServiceCenter — self-service portal and service catalog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FusionSphere — virtualization (compute, storage, network)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OMBase — operations database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Target version: HCS 8.6.1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Goal: team authoring content starting 09/01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Management Plane vs Data Plane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1" y="1737360"/>
          <a:ext cx="1069847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359"/>
                <a:gridCol w="3434080"/>
                <a:gridCol w="5019039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Components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Management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ManageOne, OMBase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O&amp;M, monitoring, billing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Management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ServiceCenter, Catalog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Self-service, provisioning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Data — Compute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FusionCompute, ECS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VMs, containers, auto scaling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Data — Storage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FusionStorage, EVS, OBS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Block, object, file storage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Data — Network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VPC, EIP, ELB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Virtual network, IP, load balancing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EDF3F9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ℹ  </a:t>
            </a:r>
            <a:r>
              <a:rPr sz="1200" b="0">
                <a:solidFill>
                  <a:srgbClr val="1F2328"/>
                </a:solidFill>
              </a:rPr>
              <a:t>ManageOne is the operations platform — not a cloud service. ServiceCenter is the self-service portal.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Cloud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Families, Acronyms and Naming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Cloud Service Families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1" y="1737360"/>
          <a:ext cx="1069847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3665"/>
                <a:gridCol w="6633057"/>
                <a:gridCol w="1711756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Key Services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Compute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ECS, IMS, AS, CCE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Storage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EVS, OBS, SFS, HBR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Network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VPC, EIP, ELB, NAT, VPN, DNS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6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Database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RDS, GaussDB, DRS, DDS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Security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Anti-DDoS, WAF, IAM, KMS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The hotline must know the official service name for SR routing.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Key Acronyms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1" y="1737360"/>
          <a:ext cx="1069847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305"/>
                <a:gridCol w="4877248"/>
                <a:gridCol w="4247925"/>
              </a:tblGrid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Acronym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ECS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Elastic Cloud Server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Scalable virtual server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EVS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Elastic Volume Service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Elastic block storage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VPC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Virtual Private Cloud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Isolated virtual network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ELB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Elastic Load Balance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Load balancer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RDS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Relational Database Service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Managed relational DB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OBS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Object Storage Service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Object storage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IAM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Identity &amp; Access Management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Identity management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Service Request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Service request ticket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ITR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Issue To Resolve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Incident to resolution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TAC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Technical Assistance Center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Technical support center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Naming Convention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Rules for resource names in HCS: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VMs: [project]-[role]-[seq]    (e.g: billing-app-01)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Volumes: [vm]-[disk]-[seq]     (e.g: billing-app-disk-01)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VPCs: [region]-[env]-vpc       (e.g: sa-east-1-prod-vpc)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SRs: SR-[year][month][seq]     (e.g: SR-202609-00123)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Validation: always confirm the exact resource name before proceeding.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SR Opening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From customer email to resolution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SR Process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645920"/>
            <a:ext cx="36576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Receive SR (customer email)</a:t>
            </a:r>
          </a:p>
        </p:txBody>
      </p:sp>
      <p:sp>
        <p:nvSpPr>
          <p:cNvPr id="4" name="Down Arrow 3"/>
          <p:cNvSpPr/>
          <p:nvPr/>
        </p:nvSpPr>
        <p:spPr>
          <a:xfrm>
            <a:off x="5829300" y="23317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2560320"/>
            <a:ext cx="36576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Validate identity and contract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29300" y="32461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3474720"/>
            <a:ext cx="3657600" cy="457200"/>
          </a:xfrm>
          <a:prstGeom prst="roundRect">
            <a:avLst/>
          </a:prstGeom>
          <a:solidFill>
            <a:srgbClr val="FDF8EE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Classify severity (S1-S4)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29300" y="41605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4389120"/>
            <a:ext cx="3657600" cy="457200"/>
          </a:xfrm>
          <a:prstGeom prst="roundRect">
            <a:avLst/>
          </a:prstGeom>
          <a:solidFill>
            <a:srgbClr val="EDF6ED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Send email to TAC Team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29300" y="50749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5303520"/>
            <a:ext cx="36576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Diagnose and resolve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29300" y="59893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0" y="6217920"/>
            <a:ext cx="36576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Verify and close SR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TAC Team Notification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667512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MANDATORY: when opening any SR, send an email to the TAC Team using the official SR template.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SR Template (required fields):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SR number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Customer and site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Severity (S1/S2/S3/S4)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Affected service (official name)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Problem description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Business impact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Maintenance window (if applicable)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Responsible contact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Email Reception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Current flow: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Customer sends email -&gt; hotline receives and opens SR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Future (in transition):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Emails arrive via dedicated mailbox -&gt; automatic triage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Regardless of the intake channel, the process is the same: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1. Validate requester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2. Open SR in the system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3. Notify TAC Team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4. Assign owner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Always validate the caller identity against the authorized contact list.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ITR Process (Issue To Resolve)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From triage to closure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ITR Flow with Escalation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22860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Incident Reported</a:t>
            </a:r>
          </a:p>
        </p:txBody>
      </p:sp>
      <p:sp>
        <p:nvSpPr>
          <p:cNvPr id="4" name="Down Arrow 3"/>
          <p:cNvSpPr/>
          <p:nvPr/>
        </p:nvSpPr>
        <p:spPr>
          <a:xfrm>
            <a:off x="2400300" y="23317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22860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L1 Triage</a:t>
            </a:r>
          </a:p>
        </p:txBody>
      </p:sp>
      <p:sp>
        <p:nvSpPr>
          <p:cNvPr id="6" name="Down Arrow 5"/>
          <p:cNvSpPr/>
          <p:nvPr/>
        </p:nvSpPr>
        <p:spPr>
          <a:xfrm>
            <a:off x="2400300" y="32461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43000" y="3474720"/>
            <a:ext cx="2743200" cy="731520"/>
          </a:xfrm>
          <a:prstGeom prst="diamond">
            <a:avLst/>
          </a:prstGeom>
          <a:solidFill>
            <a:srgbClr val="FFF3E0"/>
          </a:solidFill>
          <a:ln w="1270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1F2328"/>
                </a:solidFill>
              </a:rPr>
              <a:t>L1 resolves?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017520"/>
            <a:ext cx="2286000" cy="457200"/>
          </a:xfrm>
          <a:prstGeom prst="roundRect">
            <a:avLst/>
          </a:prstGeom>
          <a:solidFill>
            <a:srgbClr val="FDF8EE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Escalate to L2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57600" y="3154680"/>
            <a:ext cx="4572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600700" y="34747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3703320"/>
            <a:ext cx="22860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L2 Investigates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600700" y="43891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4343400" y="4617720"/>
            <a:ext cx="2743200" cy="731520"/>
          </a:xfrm>
          <a:prstGeom prst="diamond">
            <a:avLst/>
          </a:prstGeom>
          <a:solidFill>
            <a:srgbClr val="FFF3E0"/>
          </a:solidFill>
          <a:ln w="1270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1F2328"/>
                </a:solidFill>
              </a:rPr>
              <a:t>L2 resolves?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572000"/>
            <a:ext cx="2286000" cy="457200"/>
          </a:xfrm>
          <a:prstGeom prst="roundRect">
            <a:avLst/>
          </a:prstGeom>
          <a:solidFill>
            <a:srgbClr val="FDF8EE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Escalate L3/R&amp;D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58000" y="4709160"/>
            <a:ext cx="4572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0" y="5486400"/>
            <a:ext cx="3657600" cy="457200"/>
          </a:xfrm>
          <a:prstGeom prst="roundRect">
            <a:avLst/>
          </a:prstGeom>
          <a:solidFill>
            <a:srgbClr val="EDF6ED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Resolve &amp; Close ITR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Escalation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1" y="1737360"/>
          <a:ext cx="1069847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449"/>
                <a:gridCol w="2588341"/>
                <a:gridCol w="1553005"/>
                <a:gridCol w="5176683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SLA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When to Escalate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L1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Hotline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15 min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Issue not identified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L2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Specialist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1h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L1 cannot resolve in 30 min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L3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Product Eng.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4h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Bug or complex config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R&amp;D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Development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24h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Confirmed product bug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572000"/>
            <a:ext cx="10698480" cy="448056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S1 (critical): escalate immediately to L2 when opening the SR.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Common O&amp;M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Monitoring, issues and solutions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Monitoring and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HCS monitoring tools: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ManageOne Operation — health dashboards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AOM (Application Operations Management) — app metrics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APM (Application Performance Monitoring) — traces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CloudEye — infrastructure monitoring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Common alerts: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CPU &gt; 80% for 5 min -&gt; check workloads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Disk &gt; 90% -&gt; check logs and snapshots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Memory &gt; 85% -&gt; check for leaks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Network latency &gt; 100ms -&gt; check VPC/ELB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Common Issues and Quick Fixes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7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0898"/>
                <a:gridCol w="2760898"/>
                <a:gridCol w="5176683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Symptom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Quick Action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VM won't boot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Status: ERROR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Check quotas, disk, network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Disk full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Alert &gt; 90%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Clean logs, expand EVS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No network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Ping fails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Check VPC, EIP, SG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ELB unhealthy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Backend down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Check health check, port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RDS slow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Query timeout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Check slow log, indexes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OBS 403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Access denied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Check AK/SK, IAM policy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Checklist and resources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Do's and Don'ts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48056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Never ask for or accept customer credentials. Guide them to self-service.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Always confirm the exact service and resource name before proceeding.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39"/>
            <a:ext cx="10698480" cy="448056"/>
          </a:xfrm>
          <a:prstGeom prst="rect">
            <a:avLst/>
          </a:prstGeom>
          <a:noFill/>
          <a:solidFill>
            <a:srgbClr val="EDF3F9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ℹ  </a:t>
            </a:r>
            <a:r>
              <a:rPr sz="1200" b="0">
                <a:solidFill>
                  <a:srgbClr val="1F2328"/>
                </a:solidFill>
              </a:rPr>
              <a:t>Document every troubleshooting step in the SR for traceability.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448056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Do not apply workarounds in production without an approved maintenance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Use the official SR template when notifying the TAC Team.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Self-Service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Direct customers to: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ServiceCenter — self-service portal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HCS Documentation — docs.huaweicloud.com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Knowledge Base — troubleshooting articles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Status Page — service status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Forum — technical community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Benefits: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Reduces low-severity SR volume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Customer resolves faster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Hotline focuses on S1/S2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SR Validation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Before closing any SR, validate: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Requester identity confirmed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Official service name identified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Severity correctly classified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TAC Team notified with template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Diagnosis documented in SR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Solution applied and verified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Customer confirmed resolution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SR closed with resolution documented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Lessons learned recorded (if applicable)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Goal: team authoring content starting 09/01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Preparation required: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1. Review this complete training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2. Practice opening SRs with template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3. Familiarize with ManageOne and ServiceCenter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4. Study ITR flows and escalation matrix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5. Know acronyms and service families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Target stack: HCS 8.6.1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Questions? Check the escalation matrix or escalate to L2.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Contents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Last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8211</TotalTime>
  <Words>260</Words>
  <Application>Microsoft Office PowerPoint</Application>
  <PresentationFormat>Custom</PresentationFormat>
  <Paragraphs>70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Huawei Sans</vt:lpstr>
      <vt:lpstr>Huawei Sans bold</vt:lpstr>
      <vt:lpstr>Huawei Sans Medium</vt:lpstr>
      <vt:lpstr>Microsoft YaHei</vt:lpstr>
      <vt:lpstr>Microsoft YaHei</vt:lpstr>
      <vt:lpstr>方正兰亭黑简体</vt:lpstr>
      <vt:lpstr>Arial</vt:lpstr>
      <vt:lpstr>Calibri</vt:lpstr>
      <vt:lpstr>Calibri Light</vt:lpstr>
      <vt:lpstr>Helvetica</vt:lpstr>
      <vt:lpstr>Trebuchet MS</vt:lpstr>
      <vt:lpstr>1_Title Slide</vt:lpstr>
      <vt:lpstr>Contents</vt:lpstr>
      <vt:lpstr>Chapter Page</vt:lpstr>
      <vt:lpstr>Last Page</vt:lpstr>
      <vt:lpstr>PowerPoint Presentation</vt:lpstr>
      <vt:lpstr>PowerPoint Presentation</vt:lpstr>
      <vt:lpstr>PowerPoint Presentation</vt:lpstr>
      <vt:lpstr>Simple Timeline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Raul Myron Silva Amorim</cp:lastModifiedBy>
  <cp:revision>72</cp:revision>
  <dcterms:created xsi:type="dcterms:W3CDTF">2018-12-05T07:23:25Z</dcterms:created>
  <dcterms:modified xsi:type="dcterms:W3CDTF">2025-10-23T16:46:17Z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(3)TKIRsvJGB1AVwLuiVyVjJkBLlz+Tk4ycwbgcPygMtETI5CubN/+Xj9LD9xU10CvjzR8CSPhf
c7n7OWPwHulUdKGtEhYOyhlQU5QAioiyv0O2gAn5OI0ed3DcyaUHH2wudMcjo/tKeB6kORKB
/iaw+lN1ejzPsVQWC+vFAcz51+Aq85heu+9YHniksqnQSHN6u3oKIxDWLYKgFZLVJ7imEDMs
9JJmSoFskvjpoarCs5</vt:lpwstr>
  </property>
  <property fmtid="{D5CDD505-2E9C-101B-9397-08002B2CF9AE}" pid="3" name="_2015_ms_pID_7253431">
    <vt:lpwstr>1iu2XbqqlQqU/YU99QAol+bhCqese1xDCLmbpAVGE6fLwAq3OL3TbH
dJrp8dS6ujEh0ySRS2XYMxM3iLPOaKVAO7pL6g6FYtAtcP2tR0CzX4NG4QqaAAZP++VJg8dL
XOaV0onr4MNpyxAB7NWv6qCgAzEQLOJCeH3NqEnXvbbmLDLGJfpiTCkiZ+OfUZgRB/i7EJzZ
s3erScYclZ4o/yOjAZhBth6vtz7Fs1Ertjq2</vt:lpwstr>
  </property>
  <property fmtid="{D5CDD505-2E9C-101B-9397-08002B2CF9AE}" pid="4" name="_2015_ms_pID_7253432">
    <vt:lpwstr>Yg==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