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olors1.xml" ContentType="application/vnd.ms-office.chartcolorstyle+xml"/>
  <Override PartName="/ppt/charts/style1.xml" ContentType="application/vnd.ms-office.chartstyle+xml"/>
  <Override PartName="/ppt/handoutMasters/handoutMaster1.xml" ContentType="application/vnd.openxmlformats-officedocument.presentationml.handoutMaster+xml"/>
  <Override PartName="/ppt/media/image4.svg" ContentType="image/svg+xml"/>
  <Override PartName="/ppt/media/image6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16" r:id="rId1"/>
    <p:sldMasterId id="2147483910" r:id="rId2"/>
    <p:sldMasterId id="2147483913" r:id="rId3"/>
    <p:sldMasterId id="2147483903" r:id="rId4"/>
  </p:sldMasterIdLst>
  <p:notesMasterIdLst>
    <p:notesMasterId r:id="rId11"/>
  </p:notesMasterIdLst>
  <p:handoutMasterIdLst>
    <p:handoutMasterId r:id="rId12"/>
  </p:handoutMasterIdLst>
  <p:sldIdLst>
    <p:sldId id="256" r:id="rId17"/>
    <p:sldId id="257" r:id="rId18"/>
    <p:sldId id="258" r:id="rId19"/>
    <p:sldId id="259" r:id="rId20"/>
  </p:sldIdLst>
  <p:sldSz cx="12196763" cy="6858000"/>
  <p:notesSz cx="6858000" cy="9144000"/>
  <p:defaultTextStyle>
    <a:defPPr>
      <a:defRPr lang="en-US"/>
    </a:defPPr>
    <a:lvl1pPr marL="0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40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78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718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957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196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435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675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913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 Slide" id="{E8D0D622-F6C6-F44A-B365-B4A5FF6195C2}">
          <p14:sldIdLst>
            <p14:sldId id="294"/>
          </p14:sldIdLst>
        </p14:section>
        <p14:section name="Contents" id="{9D221634-295C-7843-AF5C-A0CB4F229241}">
          <p14:sldIdLst>
            <p14:sldId id="293"/>
          </p14:sldIdLst>
        </p14:section>
        <p14:section name="Chapter Page" id="{FD05EE94-C931-8C4B-83A2-004B32AA1207}">
          <p14:sldIdLst>
            <p14:sldId id="295"/>
            <p14:sldId id="315"/>
            <p14:sldId id="285"/>
          </p14:sldIdLst>
        </p14:section>
        <p14:section name="Last Page" id="{3F9D54A7-3BE2-2540-BB4C-DFE5509085F3}">
          <p14:sldIdLst>
            <p14:sldId id="280"/>
          </p14:sldIdLst>
        </p14:section>
      </p14:sectionLst>
    </p:ext>
    <p:ext uri="{EFAFB233-063F-42B5-8137-9DF3F51BA10A}">
      <p15:sldGuideLst xmlns:p15="http://schemas.microsoft.com/office/powerpoint/2012/main">
        <p15:guide id="5" pos="3701" userDrawn="1">
          <p15:clr>
            <a:srgbClr val="A4A3A4"/>
          </p15:clr>
        </p15:guide>
        <p15:guide id="6" orient="horz" pos="2159" userDrawn="1">
          <p15:clr>
            <a:srgbClr val="A4A3A4"/>
          </p15:clr>
        </p15:guide>
        <p15:guide id="7" pos="3539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BEBEB"/>
    <a:srgbClr val="596BD1"/>
    <a:srgbClr val="5B71D4"/>
    <a:srgbClr val="E6E6E6"/>
    <a:srgbClr val="DEDEDE"/>
    <a:srgbClr val="CFCFCF"/>
    <a:srgbClr val="000000"/>
    <a:srgbClr val="151515"/>
    <a:srgbClr val="C7000B"/>
    <a:srgbClr val="5757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72833802-FEF1-4C79-8D5D-14CF1EAF98D9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129" autoAdjust="0"/>
    <p:restoredTop sz="96291"/>
  </p:normalViewPr>
  <p:slideViewPr>
    <p:cSldViewPr snapToGrid="0" snapToObjects="1">
      <p:cViewPr varScale="1">
        <p:scale>
          <a:sx n="81" d="100"/>
          <a:sy n="81" d="100"/>
        </p:scale>
        <p:origin x="40" y="68"/>
      </p:cViewPr>
      <p:guideLst>
        <p:guide pos="3701"/>
        <p:guide orient="horz" pos="2159"/>
        <p:guide pos="3539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>
      <p:cViewPr varScale="1">
        <p:scale>
          <a:sx n="96" d="100"/>
          <a:sy n="96" d="100"/>
        </p:scale>
        <p:origin x="3104" y="16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notesMaster" Target="notesMasters/notesMaster1.xml"/><Relationship Id="rId12" Type="http://schemas.openxmlformats.org/officeDocument/2006/relationships/handoutMaster" Target="handoutMasters/handout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.xml"/><Relationship Id="rId18" Type="http://schemas.openxmlformats.org/officeDocument/2006/relationships/slide" Target="slides/slide2.xml"/><Relationship Id="rId19" Type="http://schemas.openxmlformats.org/officeDocument/2006/relationships/slide" Target="slides/slide3.xml"/><Relationship Id="rId20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C5C5C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C0D3-42C4-A136-D69AF27F5295}"/>
              </c:ext>
            </c:extLst>
          </c:dPt>
          <c:dPt>
            <c:idx val="1"/>
            <c:invertIfNegative val="0"/>
            <c:bubble3D val="0"/>
            <c:spPr>
              <a:solidFill>
                <a:srgbClr val="92929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C0D3-42C4-A136-D69AF27F5295}"/>
              </c:ext>
            </c:extLst>
          </c:dPt>
          <c:dPt>
            <c:idx val="2"/>
            <c:invertIfNegative val="0"/>
            <c:bubble3D val="0"/>
            <c:spPr>
              <a:solidFill>
                <a:srgbClr val="66666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C0D3-42C4-A136-D69AF27F5295}"/>
              </c:ext>
            </c:extLst>
          </c:dPt>
          <c:dPt>
            <c:idx val="3"/>
            <c:invertIfNegative val="0"/>
            <c:bubble3D val="0"/>
            <c:spPr>
              <a:solidFill>
                <a:srgbClr val="E9002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C0D3-42C4-A136-D69AF27F5295}"/>
              </c:ext>
            </c:extLst>
          </c:dPt>
          <c:dPt>
            <c:idx val="4"/>
            <c:invertIfNegative val="0"/>
            <c:bubble3D val="0"/>
            <c:spPr>
              <a:solidFill>
                <a:srgbClr val="C0000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C0D3-42C4-A136-D69AF27F5295}"/>
              </c:ext>
            </c:extLst>
          </c:dPt>
          <c:dPt>
            <c:idx val="5"/>
            <c:invertIfNegative val="0"/>
            <c:bubble3D val="0"/>
            <c:spPr>
              <a:solidFill>
                <a:srgbClr val="FBA00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C0D3-42C4-A136-D69AF27F5295}"/>
              </c:ext>
            </c:extLst>
          </c:dPt>
          <c:cat>
            <c:strRef>
              <c:f>Sheet1!$A$2:$A$7</c:f>
              <c:strCache>
                <c:ptCount val="6"/>
                <c:pt idx="0">
                  <c:v>North</c:v>
                </c:pt>
                <c:pt idx="1">
                  <c:v>S. &amp; Cent.</c:v>
                </c:pt>
                <c:pt idx="2">
                  <c:v>Europe &amp;</c:v>
                </c:pt>
                <c:pt idx="3">
                  <c:v>Middle</c:v>
                </c:pt>
                <c:pt idx="4">
                  <c:v>Africa</c:v>
                </c:pt>
                <c:pt idx="5">
                  <c:v>Asia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20</c:v>
                </c:pt>
                <c:pt idx="1">
                  <c:v>50</c:v>
                </c:pt>
                <c:pt idx="2">
                  <c:v>70</c:v>
                </c:pt>
                <c:pt idx="3">
                  <c:v>140</c:v>
                </c:pt>
                <c:pt idx="4">
                  <c:v>70</c:v>
                </c:pt>
                <c:pt idx="5">
                  <c:v>30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C0D3-42C4-A136-D69AF27F529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6"/>
        <c:overlap val="9"/>
        <c:axId val="789460320"/>
        <c:axId val="789458144"/>
      </c:barChart>
      <c:catAx>
        <c:axId val="789460320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789458144"/>
        <c:crosses val="autoZero"/>
        <c:auto val="1"/>
        <c:lblAlgn val="ctr"/>
        <c:lblOffset val="100"/>
        <c:noMultiLvlLbl val="0"/>
      </c:catAx>
      <c:valAx>
        <c:axId val="789458144"/>
        <c:scaling>
          <c:orientation val="minMax"/>
          <c:max val="160"/>
          <c:min val="0"/>
        </c:scaling>
        <c:delete val="1"/>
        <c:axPos val="l"/>
        <c:majorGridlines>
          <c:spPr>
            <a:ln w="9525" cap="flat" cmpd="sng" algn="ctr">
              <a:solidFill>
                <a:srgbClr val="C5C5C5"/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crossAx val="789460320"/>
        <c:crosses val="autoZero"/>
        <c:crossBetween val="between"/>
        <c:majorUnit val="40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8CC198DB-AFBD-584A-8986-364FF2B03F4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>
              <a:latin typeface="Huawei Sans" panose="020C0503030203020204" pitchFamily="34" charset="0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D01315C-523F-A043-8029-B9921497126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8CF71B8-DF2A-2E41-BE66-2E18A767DA8A}" type="datetimeFigureOut">
              <a:rPr lang="en-US" smtClean="0">
                <a:latin typeface="Huawei Sans" panose="020C0503030203020204" pitchFamily="34" charset="0"/>
              </a:rPr>
              <a:t>10/23/2025</a:t>
            </a:fld>
            <a:endParaRPr lang="en-US" dirty="0">
              <a:latin typeface="Huawei Sans" panose="020C0503030203020204" pitchFamily="34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9601424-70F4-1643-8E3A-557A0258D6B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>
              <a:latin typeface="Huawei Sans" panose="020C0503030203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5BF48A-FF5C-8145-95A7-EE66A87C73D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35F0CC5-85BE-A64A-BD47-54C66F7E93E3}" type="slidenum">
              <a:rPr lang="en-US" smtClean="0">
                <a:latin typeface="Huawei Sans" panose="020C0503030203020204" pitchFamily="34" charset="0"/>
              </a:rPr>
              <a:t>‹#›</a:t>
            </a:fld>
            <a:endParaRPr lang="en-US" dirty="0">
              <a:latin typeface="Huawei Sans" panose="020C050303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1909529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Huawei Sans" panose="020C0503030203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Huawei Sans" panose="020C0503030203020204" pitchFamily="34" charset="0"/>
              </a:defRPr>
            </a:lvl1pPr>
          </a:lstStyle>
          <a:p>
            <a:fld id="{0DD60A27-BF12-6744-9E93-932A0E34D8BB}" type="datetimeFigureOut">
              <a:rPr lang="en-US" smtClean="0"/>
              <a:pPr/>
              <a:t>10/23/2025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Huawei Sans" panose="020C0503030203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Huawei Sans" panose="020C0503030203020204" pitchFamily="34" charset="0"/>
              </a:defRPr>
            </a:lvl1pPr>
          </a:lstStyle>
          <a:p>
            <a:fld id="{F07326F3-4732-B74B-9C70-D0992466E49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46321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19304" rtl="0" eaLnBrk="1" latinLnBrk="0" hangingPunct="1">
      <a:defRPr sz="1600" kern="1200">
        <a:solidFill>
          <a:schemeClr val="tx1"/>
        </a:solidFill>
        <a:latin typeface="Huawei Sans" panose="020C0503030203020204" pitchFamily="34" charset="0"/>
        <a:ea typeface="+mn-ea"/>
        <a:cs typeface="+mn-cs"/>
      </a:defRPr>
    </a:lvl1pPr>
    <a:lvl2pPr marL="609651" algn="l" defTabSz="1219304" rtl="0" eaLnBrk="1" latinLnBrk="0" hangingPunct="1">
      <a:defRPr sz="1600" kern="1200">
        <a:solidFill>
          <a:schemeClr val="tx1"/>
        </a:solidFill>
        <a:latin typeface="Huawei Sans" panose="020C0503030203020204" pitchFamily="34" charset="0"/>
        <a:ea typeface="+mn-ea"/>
        <a:cs typeface="+mn-cs"/>
      </a:defRPr>
    </a:lvl2pPr>
    <a:lvl3pPr marL="1219304" algn="l" defTabSz="1219304" rtl="0" eaLnBrk="1" latinLnBrk="0" hangingPunct="1">
      <a:defRPr sz="1600" kern="1200">
        <a:solidFill>
          <a:schemeClr val="tx1"/>
        </a:solidFill>
        <a:latin typeface="Huawei Sans" panose="020C0503030203020204" pitchFamily="34" charset="0"/>
        <a:ea typeface="+mn-ea"/>
        <a:cs typeface="+mn-cs"/>
      </a:defRPr>
    </a:lvl3pPr>
    <a:lvl4pPr marL="1828957" algn="l" defTabSz="1219304" rtl="0" eaLnBrk="1" latinLnBrk="0" hangingPunct="1">
      <a:defRPr sz="1600" kern="1200">
        <a:solidFill>
          <a:schemeClr val="tx1"/>
        </a:solidFill>
        <a:latin typeface="Huawei Sans" panose="020C0503030203020204" pitchFamily="34" charset="0"/>
        <a:ea typeface="+mn-ea"/>
        <a:cs typeface="+mn-cs"/>
      </a:defRPr>
    </a:lvl4pPr>
    <a:lvl5pPr marL="2438609" algn="l" defTabSz="1219304" rtl="0" eaLnBrk="1" latinLnBrk="0" hangingPunct="1">
      <a:defRPr sz="1600" kern="1200">
        <a:solidFill>
          <a:schemeClr val="tx1"/>
        </a:solidFill>
        <a:latin typeface="Huawei Sans" panose="020C0503030203020204" pitchFamily="34" charset="0"/>
        <a:ea typeface="+mn-ea"/>
        <a:cs typeface="+mn-cs"/>
      </a:defRPr>
    </a:lvl5pPr>
    <a:lvl6pPr marL="3048261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7913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7566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7219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7326F3-4732-B74B-9C70-D0992466E499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184562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5.png"/><Relationship Id="rId7" Type="http://schemas.openxmlformats.org/officeDocument/2006/relationships/image" Target="../media/image6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>
            <a:extLst>
              <a:ext uri="{FF2B5EF4-FFF2-40B4-BE49-F238E27FC236}">
                <a16:creationId xmlns:a16="http://schemas.microsoft.com/office/drawing/2014/main" id="{29574A3C-DF18-4313-A135-099508AA80F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833" t="15108" r="27233" b="28501"/>
          <a:stretch/>
        </p:blipFill>
        <p:spPr>
          <a:xfrm>
            <a:off x="0" y="0"/>
            <a:ext cx="12196763" cy="6858000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60121970-0D4B-490B-8C7B-77CFCE54E20D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8440" y="327660"/>
            <a:ext cx="572625" cy="566867"/>
          </a:xfrm>
          <a:prstGeom prst="rect">
            <a:avLst/>
          </a:prstGeom>
        </p:spPr>
      </p:pic>
      <p:pic>
        <p:nvPicPr>
          <p:cNvPr id="10" name="图形 9">
            <a:extLst>
              <a:ext uri="{FF2B5EF4-FFF2-40B4-BE49-F238E27FC236}">
                <a16:creationId xmlns:a16="http://schemas.microsoft.com/office/drawing/2014/main" id="{8D2239F5-4BDB-47B9-884A-31125848127F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007245" y="5901690"/>
            <a:ext cx="861859" cy="628650"/>
          </a:xfrm>
          <a:prstGeom prst="rect">
            <a:avLst/>
          </a:prstGeom>
        </p:spPr>
      </p:pic>
      <p:pic>
        <p:nvPicPr>
          <p:cNvPr id="11" name="图形 10">
            <a:extLst>
              <a:ext uri="{FF2B5EF4-FFF2-40B4-BE49-F238E27FC236}">
                <a16:creationId xmlns:a16="http://schemas.microsoft.com/office/drawing/2014/main" id="{DB1C27E3-16C6-463A-B434-45FDCCAFDAC3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354504" y="327660"/>
            <a:ext cx="2514600" cy="1949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11688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0F7C7B5-0135-F749-B910-7325E96AE70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33620" y="1843088"/>
            <a:ext cx="10122060" cy="3013725"/>
          </a:xfrm>
          <a:prstGeom prst="rect">
            <a:avLst/>
          </a:prstGeom>
        </p:spPr>
        <p:txBody>
          <a:bodyPr tIns="90000" bIns="90000"/>
          <a:lstStyle>
            <a:lvl1pPr marL="412750" indent="-398463">
              <a:lnSpc>
                <a:spcPct val="70000"/>
              </a:lnSpc>
              <a:buFont typeface="+mj-lt"/>
              <a:buAutoNum type="arabicPeriod"/>
              <a:tabLst/>
              <a:defRPr sz="2200">
                <a:solidFill>
                  <a:schemeClr val="tx1"/>
                </a:solidFill>
                <a:latin typeface="Huawei Sans" panose="020C0503030203020204" pitchFamily="34" charset="0"/>
                <a:ea typeface="Microsoft YaHei" panose="020B0503020204020204" pitchFamily="34" charset="-122"/>
                <a:cs typeface="Huawei Sans" panose="020C0503030203020204" pitchFamily="34" charset="0"/>
              </a:defRPr>
            </a:lvl1pPr>
            <a:lvl2pPr marL="412750" indent="-398463">
              <a:buFont typeface="+mj-lt"/>
              <a:buAutoNum type="arabicPeriod"/>
              <a:tabLst/>
              <a:defRPr/>
            </a:lvl2pPr>
            <a:lvl3pPr marL="14287" indent="0">
              <a:buFont typeface="+mj-lt"/>
              <a:buNone/>
              <a:tabLst/>
              <a:defRPr sz="2200">
                <a:latin typeface="Microsoft YaHei" panose="020B0503020204020204" pitchFamily="34" charset="-122"/>
                <a:ea typeface="Microsoft YaHei" panose="020B0503020204020204" pitchFamily="34" charset="-122"/>
              </a:defRPr>
            </a:lvl3pPr>
            <a:lvl4pPr marL="14287" indent="0">
              <a:buFont typeface="+mj-lt"/>
              <a:buNone/>
              <a:tabLst/>
              <a:defRPr sz="2200">
                <a:latin typeface="Microsoft YaHei" panose="020B0503020204020204" pitchFamily="34" charset="-122"/>
                <a:ea typeface="Microsoft YaHei" panose="020B0503020204020204" pitchFamily="34" charset="-122"/>
              </a:defRPr>
            </a:lvl4pPr>
            <a:lvl5pPr marL="14287" indent="0">
              <a:buFont typeface="+mj-lt"/>
              <a:buNone/>
              <a:tabLst/>
              <a:defRPr sz="2200">
                <a:latin typeface="Microsoft YaHei" panose="020B0503020204020204" pitchFamily="34" charset="-122"/>
                <a:ea typeface="Microsoft YaHei" panose="020B0503020204020204" pitchFamily="34" charset="-122"/>
              </a:defRPr>
            </a:lvl5pPr>
          </a:lstStyle>
          <a:p>
            <a:pPr lvl="0"/>
            <a:r>
              <a:rPr lang="en-US" altLang="zh-CN" dirty="0"/>
              <a:t>Click to add text</a:t>
            </a:r>
          </a:p>
        </p:txBody>
      </p:sp>
      <p:cxnSp>
        <p:nvCxnSpPr>
          <p:cNvPr id="5" name="直线连接符 14">
            <a:extLst>
              <a:ext uri="{FF2B5EF4-FFF2-40B4-BE49-F238E27FC236}">
                <a16:creationId xmlns:a16="http://schemas.microsoft.com/office/drawing/2014/main" id="{C79E9F57-49BC-DC4A-B843-36D48051C848}"/>
              </a:ext>
            </a:extLst>
          </p:cNvPr>
          <p:cNvCxnSpPr>
            <a:cxnSpLocks/>
          </p:cNvCxnSpPr>
          <p:nvPr userDrawn="1"/>
        </p:nvCxnSpPr>
        <p:spPr>
          <a:xfrm flipH="1">
            <a:off x="1115975" y="1349255"/>
            <a:ext cx="1615427" cy="0"/>
          </a:xfrm>
          <a:prstGeom prst="line">
            <a:avLst/>
          </a:prstGeom>
          <a:ln w="28575">
            <a:solidFill>
              <a:srgbClr val="C700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文本框 16">
            <a:extLst>
              <a:ext uri="{FF2B5EF4-FFF2-40B4-BE49-F238E27FC236}">
                <a16:creationId xmlns:a16="http://schemas.microsoft.com/office/drawing/2014/main" id="{568EC886-2612-1F43-AB51-21A76A078357}"/>
              </a:ext>
            </a:extLst>
          </p:cNvPr>
          <p:cNvSpPr txBox="1"/>
          <p:nvPr userDrawn="1"/>
        </p:nvSpPr>
        <p:spPr>
          <a:xfrm>
            <a:off x="1010869" y="720733"/>
            <a:ext cx="184056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3200" dirty="0">
                <a:solidFill>
                  <a:schemeClr val="tx1"/>
                </a:solidFill>
                <a:latin typeface="Huawei Sans" panose="020C0503030203020204" pitchFamily="34" charset="0"/>
                <a:ea typeface="Microsoft YaHei" charset="-122"/>
                <a:cs typeface="Huawei Sans" panose="020C0503030203020204" pitchFamily="34" charset="0"/>
              </a:rPr>
              <a:t>Contents</a:t>
            </a:r>
            <a:endParaRPr kumimoji="1" lang="zh-CN" altLang="en-US" sz="3600" dirty="0">
              <a:solidFill>
                <a:schemeClr val="tx1"/>
              </a:solidFill>
              <a:latin typeface="Huawei Sans" panose="020C0503030203020204" pitchFamily="34" charset="0"/>
              <a:ea typeface="Microsoft YaHei" charset="-122"/>
              <a:cs typeface="Huawei Sans" panose="020C050303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798033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D2A38214-5857-FC4E-B923-056100E16BC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29175" y="456134"/>
            <a:ext cx="10740640" cy="9934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ts val="3430"/>
              </a:lnSpc>
              <a:spcBef>
                <a:spcPts val="0"/>
              </a:spcBef>
              <a:buNone/>
              <a:defRPr sz="3200" baseline="0">
                <a:solidFill>
                  <a:schemeClr val="tx1"/>
                </a:solidFill>
                <a:latin typeface="Huawei Sans Medium" panose="020C0603030203020204" pitchFamily="34" charset="0"/>
                <a:ea typeface="Microsoft YaHei" panose="020B0503020204020204" pitchFamily="34" charset="-122"/>
                <a:cs typeface="Huawei Sans Medium" panose="020C0603030203020204" pitchFamily="34" charset="0"/>
              </a:defRPr>
            </a:lvl1pPr>
            <a:lvl2pPr marL="593900" indent="0" algn="ctr">
              <a:buNone/>
              <a:defRPr sz="2598"/>
            </a:lvl2pPr>
            <a:lvl3pPr marL="1187798" indent="0" algn="ctr">
              <a:buNone/>
              <a:defRPr sz="2338"/>
            </a:lvl3pPr>
            <a:lvl4pPr marL="1781699" indent="0" algn="ctr">
              <a:buNone/>
              <a:defRPr sz="2079"/>
            </a:lvl4pPr>
            <a:lvl5pPr marL="2375598" indent="0" algn="ctr">
              <a:buNone/>
              <a:defRPr sz="2079"/>
            </a:lvl5pPr>
            <a:lvl6pPr marL="2969497" indent="0" algn="ctr">
              <a:buNone/>
              <a:defRPr sz="2079"/>
            </a:lvl6pPr>
            <a:lvl7pPr marL="3563396" indent="0" algn="ctr">
              <a:buNone/>
              <a:defRPr sz="2079"/>
            </a:lvl7pPr>
            <a:lvl8pPr marL="4157297" indent="0" algn="ctr">
              <a:buNone/>
              <a:defRPr sz="2079"/>
            </a:lvl8pPr>
            <a:lvl9pPr marL="4751195" indent="0" algn="ctr">
              <a:buNone/>
              <a:defRPr sz="2079"/>
            </a:lvl9pPr>
          </a:lstStyle>
          <a:p>
            <a:r>
              <a:rPr lang="en-US" altLang="zh-CN" dirty="0"/>
              <a:t>Click to add title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A8B3F0C-616F-224A-B32F-9F9BF5EEE1BC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726021" y="1512875"/>
            <a:ext cx="10733557" cy="4690459"/>
          </a:xfrm>
          <a:prstGeom prst="rect">
            <a:avLst/>
          </a:prstGeom>
        </p:spPr>
        <p:txBody>
          <a:bodyPr lIns="0" tIns="0" rIns="0" bIns="0"/>
          <a:lstStyle>
            <a:lvl1pPr marL="179388" marR="0" indent="-168275" algn="l" defTabSz="118779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>
                <a:tab pos="1208088" algn="ctr"/>
              </a:tabLst>
              <a:defRPr sz="1800" baseline="0">
                <a:solidFill>
                  <a:schemeClr val="tx1"/>
                </a:solidFill>
                <a:latin typeface="Huawei Sans" panose="020C0503030203020204" pitchFamily="34" charset="0"/>
                <a:ea typeface="Microsoft YaHei" panose="020B0503020204020204" pitchFamily="34" charset="-122"/>
                <a:cs typeface="Huawei Sans" panose="020C0503030203020204" pitchFamily="34" charset="0"/>
              </a:defRPr>
            </a:lvl1pPr>
            <a:lvl2pPr marL="329026" marR="0" indent="-168275" algn="l" defTabSz="118779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Arial" panose="020B0604020202020204" pitchFamily="34" charset="0"/>
              <a:buChar char="•"/>
              <a:tabLst>
                <a:tab pos="1208088" algn="ctr"/>
              </a:tabLst>
              <a:defRPr sz="1600" baseline="0">
                <a:latin typeface="Huawei Sans" panose="020C0503030203020204" pitchFamily="34" charset="0"/>
                <a:ea typeface="Microsoft YaHei" panose="020B0503020204020204" pitchFamily="34" charset="-122"/>
                <a:cs typeface="Huawei Sans" panose="020C0503030203020204" pitchFamily="34" charset="0"/>
              </a:defRPr>
            </a:lvl2pPr>
            <a:lvl3pPr marL="930300" marR="0" indent="0" algn="l" defTabSz="118779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Arial" panose="020B0604020202020204" pitchFamily="34" charset="0"/>
              <a:buNone/>
              <a:tabLst>
                <a:tab pos="1208088" algn="ctr"/>
              </a:tabLst>
              <a:defRPr sz="1299" baseline="0">
                <a:latin typeface="Huawei Sans" panose="020C0503030203020204" pitchFamily="34" charset="0"/>
                <a:ea typeface="Microsoft YaHei" panose="020B0503020204020204" pitchFamily="34" charset="-122"/>
                <a:cs typeface="Huawei Sans" panose="020C0503030203020204" pitchFamily="34" charset="0"/>
              </a:defRPr>
            </a:lvl3pPr>
            <a:lvl4pPr marL="525850" indent="-171159">
              <a:buFont typeface="Arial" panose="020B0604020202020204" pitchFamily="34" charset="0"/>
              <a:buChar char="•"/>
              <a:tabLst>
                <a:tab pos="1208420" algn="ctr"/>
              </a:tabLst>
              <a:defRPr sz="1299" baseline="0"/>
            </a:lvl4pPr>
            <a:lvl5pPr marL="525850" indent="-171159">
              <a:buFont typeface="Arial" panose="020B0604020202020204" pitchFamily="34" charset="0"/>
              <a:buChar char="•"/>
              <a:tabLst>
                <a:tab pos="1208420" algn="ctr"/>
              </a:tabLst>
              <a:defRPr sz="1299" baseline="0"/>
            </a:lvl5pPr>
          </a:lstStyle>
          <a:p>
            <a:pPr lvl="0"/>
            <a:r>
              <a:rPr lang="en-US" altLang="zh-CN" dirty="0"/>
              <a:t>Click to add text</a:t>
            </a:r>
          </a:p>
          <a:p>
            <a:pPr marL="329026" marR="0" lvl="1" indent="-168275" algn="l" defTabSz="118779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Arial" panose="020B0604020202020204" pitchFamily="34" charset="0"/>
              <a:buChar char="•"/>
              <a:tabLst>
                <a:tab pos="1208088" algn="ctr"/>
              </a:tabLst>
              <a:defRPr/>
            </a:pPr>
            <a:r>
              <a:rPr lang="en-US" altLang="zh-CN" dirty="0"/>
              <a:t>Click to add text</a:t>
            </a:r>
          </a:p>
          <a:p>
            <a:pPr marL="1098575" marR="0" lvl="2" indent="-168275" algn="l" defTabSz="118779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Arial" panose="020B0604020202020204" pitchFamily="34" charset="0"/>
              <a:buChar char="•"/>
              <a:tabLst>
                <a:tab pos="1208088" algn="ctr"/>
              </a:tabLst>
              <a:defRPr/>
            </a:pPr>
            <a:r>
              <a:rPr lang="en-US" altLang="zh-CN" dirty="0"/>
              <a:t>Click to add text</a:t>
            </a:r>
          </a:p>
          <a:p>
            <a:pPr marL="1098575" marR="0" lvl="2" indent="-168275" algn="l" defTabSz="118779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Arial" panose="020B0604020202020204" pitchFamily="34" charset="0"/>
              <a:buChar char="•"/>
              <a:tabLst>
                <a:tab pos="1208088" algn="ctr"/>
              </a:tabLst>
              <a:defRPr/>
            </a:pP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69537418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bg>
      <p:bgPr>
        <a:gradFill>
          <a:gsLst>
            <a:gs pos="0">
              <a:srgbClr val="EFEDEE"/>
            </a:gs>
            <a:gs pos="53000">
              <a:srgbClr val="F1EFF0"/>
            </a:gs>
            <a:gs pos="77000">
              <a:srgbClr val="EFEDEE"/>
            </a:gs>
            <a:gs pos="100000">
              <a:srgbClr val="EFEBEC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528" y="106331"/>
            <a:ext cx="10519708" cy="739056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7928232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st Pag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1960DD1-8AC3-8F46-9D2D-BF81187F43FC}"/>
              </a:ext>
            </a:extLst>
          </p:cNvPr>
          <p:cNvSpPr txBox="1"/>
          <p:nvPr userDrawn="1"/>
        </p:nvSpPr>
        <p:spPr>
          <a:xfrm>
            <a:off x="607486" y="1402064"/>
            <a:ext cx="3921034" cy="8547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4800" dirty="0">
                <a:solidFill>
                  <a:schemeClr val="tx1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  <a:t>Thank you.</a:t>
            </a:r>
          </a:p>
        </p:txBody>
      </p:sp>
    </p:spTree>
    <p:extLst>
      <p:ext uri="{BB962C8B-B14F-4D97-AF65-F5344CB8AC3E}">
        <p14:creationId xmlns:p14="http://schemas.microsoft.com/office/powerpoint/2010/main" val="45131948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slideLayout" Target="../slideLayouts/slideLayout4.xml"/><Relationship Id="rId3" Type="http://schemas.openxmlformats.org/officeDocument/2006/relationships/theme" Target="../theme/theme3.xml"/><Relationship Id="rId4" Type="http://schemas.openxmlformats.org/officeDocument/2006/relationships/image" Target="../media/image7.png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theme" Target="../theme/theme4.xml"/><Relationship Id="rId3" Type="http://schemas.openxmlformats.org/officeDocument/2006/relationships/image" Target="../media/image8.tif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19181AA-8E93-7743-ADEB-8A06A0DFC13A}"/>
              </a:ext>
            </a:extLst>
          </p:cNvPr>
          <p:cNvSpPr/>
          <p:nvPr userDrawn="1"/>
        </p:nvSpPr>
        <p:spPr>
          <a:xfrm>
            <a:off x="0" y="5590903"/>
            <a:ext cx="12196763" cy="126709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atin typeface="Huawei Sans" panose="020C050303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368345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01" r:id="rId1"/>
  </p:sldLayoutIdLst>
  <p:hf hdr="0" ftr="0" dt="0"/>
  <p:txStyles>
    <p:titleStyle>
      <a:lvl1pPr algn="l" defTabSz="914400" rtl="0" eaLnBrk="1" latinLnBrk="0" hangingPunct="1">
        <a:lnSpc>
          <a:spcPts val="3440"/>
        </a:lnSpc>
        <a:spcBef>
          <a:spcPct val="0"/>
        </a:spcBef>
        <a:buNone/>
        <a:defRPr sz="3200" kern="1200">
          <a:solidFill>
            <a:schemeClr val="tx1"/>
          </a:solidFill>
          <a:latin typeface="Microsoft YaHei" panose="020B0503020204020204" pitchFamily="34" charset="-122"/>
          <a:ea typeface="Microsoft YaHei" panose="020B0503020204020204" pitchFamily="34" charset="-122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0"/>
        </a:spcBef>
        <a:buFontTx/>
        <a:buNone/>
        <a:defRPr sz="1000" kern="1200">
          <a:solidFill>
            <a:srgbClr val="1D1D1B"/>
          </a:solidFill>
          <a:latin typeface="Arial" panose="020B0604020202020204" pitchFamily="34" charset="0"/>
          <a:ea typeface="Microsoft YaHei" panose="020B0503020204020204" pitchFamily="34" charset="-122"/>
          <a:cs typeface="Arial" panose="020B0604020202020204" pitchFamily="34" charset="0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673596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11" r:id="rId1"/>
  </p:sldLayoutIdLst>
  <p:hf hdr="0" ftr="0" dt="0"/>
  <p:txStyles>
    <p:titleStyle>
      <a:lvl1pPr algn="l" defTabSz="1187798" rtl="0" eaLnBrk="1" latinLnBrk="0" hangingPunct="1">
        <a:lnSpc>
          <a:spcPct val="90000"/>
        </a:lnSpc>
        <a:spcBef>
          <a:spcPct val="0"/>
        </a:spcBef>
        <a:buNone/>
        <a:defRPr sz="571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96950" indent="-296950" algn="l" defTabSz="1187798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3636" kern="1200">
          <a:solidFill>
            <a:schemeClr val="tx1"/>
          </a:solidFill>
          <a:latin typeface="+mn-lt"/>
          <a:ea typeface="+mn-ea"/>
          <a:cs typeface="+mn-cs"/>
        </a:defRPr>
      </a:lvl1pPr>
      <a:lvl2pPr marL="890849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3118" kern="1200">
          <a:solidFill>
            <a:schemeClr val="tx1"/>
          </a:solidFill>
          <a:latin typeface="+mn-lt"/>
          <a:ea typeface="+mn-ea"/>
          <a:cs typeface="+mn-cs"/>
        </a:defRPr>
      </a:lvl2pPr>
      <a:lvl3pPr marL="1484748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598" kern="1200">
          <a:solidFill>
            <a:schemeClr val="tx1"/>
          </a:solidFill>
          <a:latin typeface="+mn-lt"/>
          <a:ea typeface="+mn-ea"/>
          <a:cs typeface="+mn-cs"/>
        </a:defRPr>
      </a:lvl3pPr>
      <a:lvl4pPr marL="2078648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4pPr>
      <a:lvl5pPr marL="2672547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5pPr>
      <a:lvl6pPr marL="3266447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6pPr>
      <a:lvl7pPr marL="3860346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7pPr>
      <a:lvl8pPr marL="4454245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8pPr>
      <a:lvl9pPr marL="5048144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1pPr>
      <a:lvl2pPr marL="593900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2pPr>
      <a:lvl3pPr marL="1187798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3pPr>
      <a:lvl4pPr marL="1781699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4pPr>
      <a:lvl5pPr marL="2375598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5pPr>
      <a:lvl6pPr marL="2969497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6pPr>
      <a:lvl7pPr marL="3563396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7pPr>
      <a:lvl8pPr marL="4157297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8pPr>
      <a:lvl9pPr marL="4751195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785A3D6-1271-D247-9E96-1B376F4BE7BE}"/>
              </a:ext>
            </a:extLst>
          </p:cNvPr>
          <p:cNvSpPr txBox="1"/>
          <p:nvPr userDrawn="1"/>
        </p:nvSpPr>
        <p:spPr>
          <a:xfrm>
            <a:off x="1095467" y="6356939"/>
            <a:ext cx="350396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0" kern="1200" baseline="0">
                <a:solidFill>
                  <a:srgbClr val="1D1D1B"/>
                </a:solidFill>
                <a:latin typeface="Huawei Sans" panose="020C0503030203020204" pitchFamily="34" charset="0"/>
                <a:ea typeface="+mn-ea"/>
                <a:cs typeface="Huawei Sans" panose="020C0503030203020204" pitchFamily="34" charset="0"/>
              </a:rPr>
              <a:t>Huawei Confidential</a:t>
            </a:r>
            <a:endParaRPr lang="en-US" sz="900" b="0" kern="1200" baseline="0" dirty="0">
              <a:solidFill>
                <a:srgbClr val="1D1D1B"/>
              </a:solidFill>
              <a:latin typeface="Huawei Sans" panose="020C0503030203020204" pitchFamily="34" charset="0"/>
              <a:ea typeface="+mn-ea"/>
              <a:cs typeface="Huawei Sans" panose="020C0503030203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BEE2EE-BF4D-7A4A-B3C6-9E47668CCD98}"/>
              </a:ext>
            </a:extLst>
          </p:cNvPr>
          <p:cNvSpPr txBox="1"/>
          <p:nvPr userDrawn="1"/>
        </p:nvSpPr>
        <p:spPr>
          <a:xfrm>
            <a:off x="734131" y="6402806"/>
            <a:ext cx="499729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89084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3837181-38C6-AD4F-B8BA-B444770388BB}" type="slidenum">
              <a:rPr lang="en-US" sz="900" smtClean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  <a:pPr marL="0" marR="0" lvl="0" indent="0" algn="l" defTabSz="890849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900" dirty="0">
              <a:solidFill>
                <a:srgbClr val="1D1D1B"/>
              </a:solidFill>
              <a:latin typeface="Huawei Sans" panose="020C0503030203020204" pitchFamily="34" charset="0"/>
              <a:cs typeface="Huawei Sans" panose="020C0503030203020204" pitchFamily="34" charset="0"/>
            </a:endParaRPr>
          </a:p>
        </p:txBody>
      </p:sp>
      <p:grpSp>
        <p:nvGrpSpPr>
          <p:cNvPr id="88" name="Group 87">
            <a:extLst>
              <a:ext uri="{FF2B5EF4-FFF2-40B4-BE49-F238E27FC236}">
                <a16:creationId xmlns:a16="http://schemas.microsoft.com/office/drawing/2014/main" id="{37333705-F8D6-2847-B3CB-F2FAB51E2A3B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2290470" y="2625389"/>
            <a:ext cx="1967973" cy="4233515"/>
            <a:chOff x="5343885" y="-48857"/>
            <a:chExt cx="3271316" cy="7037279"/>
          </a:xfrm>
        </p:grpSpPr>
        <p:sp>
          <p:nvSpPr>
            <p:cNvPr id="89" name="矩形 13">
              <a:extLst>
                <a:ext uri="{FF2B5EF4-FFF2-40B4-BE49-F238E27FC236}">
                  <a16:creationId xmlns:a16="http://schemas.microsoft.com/office/drawing/2014/main" id="{B14DFA89-D483-CF47-82CC-DD86D7CAB09E}"/>
                </a:ext>
              </a:extLst>
            </p:cNvPr>
            <p:cNvSpPr/>
            <p:nvPr userDrawn="1"/>
          </p:nvSpPr>
          <p:spPr>
            <a:xfrm>
              <a:off x="5356401" y="1934171"/>
              <a:ext cx="791510" cy="664397"/>
            </a:xfrm>
            <a:prstGeom prst="rect">
              <a:avLst/>
            </a:prstGeom>
            <a:solidFill>
              <a:srgbClr val="C4005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196/0/84</a:t>
              </a:r>
            </a:p>
          </p:txBody>
        </p:sp>
        <p:sp>
          <p:nvSpPr>
            <p:cNvPr id="90" name="文本框 15">
              <a:extLst>
                <a:ext uri="{FF2B5EF4-FFF2-40B4-BE49-F238E27FC236}">
                  <a16:creationId xmlns:a16="http://schemas.microsoft.com/office/drawing/2014/main" id="{8223ADA0-340A-794B-93B7-24AFF612A719}"/>
                </a:ext>
              </a:extLst>
            </p:cNvPr>
            <p:cNvSpPr txBox="1"/>
            <p:nvPr userDrawn="1"/>
          </p:nvSpPr>
          <p:spPr>
            <a:xfrm>
              <a:off x="5352723" y="1694497"/>
              <a:ext cx="1052647" cy="204645"/>
            </a:xfrm>
            <a:prstGeom prst="rect">
              <a:avLst/>
            </a:prstGeom>
            <a:noFill/>
          </p:spPr>
          <p:txBody>
            <a:bodyPr wrap="square" lIns="0" tIns="0" rIns="0" bIns="0" rtlCol="0" anchor="b" anchorCtr="0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kumimoji="1" lang="zh-CN" altLang="en-US" sz="800" b="0" i="0" dirty="0">
                  <a:solidFill>
                    <a:schemeClr val="tx1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公司辅助色</a:t>
              </a:r>
            </a:p>
          </p:txBody>
        </p:sp>
        <p:sp>
          <p:nvSpPr>
            <p:cNvPr id="91" name="矩形 13">
              <a:extLst>
                <a:ext uri="{FF2B5EF4-FFF2-40B4-BE49-F238E27FC236}">
                  <a16:creationId xmlns:a16="http://schemas.microsoft.com/office/drawing/2014/main" id="{5F63E0E3-4F22-7948-AB1A-40A84ECA92EC}"/>
                </a:ext>
              </a:extLst>
            </p:cNvPr>
            <p:cNvSpPr/>
            <p:nvPr userDrawn="1"/>
          </p:nvSpPr>
          <p:spPr>
            <a:xfrm>
              <a:off x="6184680" y="1934171"/>
              <a:ext cx="791510" cy="664397"/>
            </a:xfrm>
            <a:prstGeom prst="rect">
              <a:avLst/>
            </a:prstGeom>
            <a:solidFill>
              <a:srgbClr val="CB377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203/55/120</a:t>
              </a:r>
            </a:p>
          </p:txBody>
        </p:sp>
        <p:sp>
          <p:nvSpPr>
            <p:cNvPr id="92" name="矩形 13">
              <a:extLst>
                <a:ext uri="{FF2B5EF4-FFF2-40B4-BE49-F238E27FC236}">
                  <a16:creationId xmlns:a16="http://schemas.microsoft.com/office/drawing/2014/main" id="{29C4A3C6-7C7B-7140-8F73-591E9F49143F}"/>
                </a:ext>
              </a:extLst>
            </p:cNvPr>
            <p:cNvSpPr/>
            <p:nvPr userDrawn="1"/>
          </p:nvSpPr>
          <p:spPr>
            <a:xfrm>
              <a:off x="5356401" y="3403061"/>
              <a:ext cx="791510" cy="664397"/>
            </a:xfrm>
            <a:prstGeom prst="rect">
              <a:avLst/>
            </a:prstGeom>
            <a:solidFill>
              <a:srgbClr val="ED6D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237/109/0</a:t>
              </a:r>
            </a:p>
          </p:txBody>
        </p:sp>
        <p:sp>
          <p:nvSpPr>
            <p:cNvPr id="93" name="矩形 13">
              <a:extLst>
                <a:ext uri="{FF2B5EF4-FFF2-40B4-BE49-F238E27FC236}">
                  <a16:creationId xmlns:a16="http://schemas.microsoft.com/office/drawing/2014/main" id="{BE4C9A8D-46B0-5B40-BC47-DB6C4899227F}"/>
                </a:ext>
              </a:extLst>
            </p:cNvPr>
            <p:cNvSpPr/>
            <p:nvPr userDrawn="1"/>
          </p:nvSpPr>
          <p:spPr>
            <a:xfrm>
              <a:off x="6184680" y="2673360"/>
              <a:ext cx="791510" cy="664397"/>
            </a:xfrm>
            <a:prstGeom prst="rect">
              <a:avLst/>
            </a:prstGeom>
            <a:solidFill>
              <a:srgbClr val="99363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4478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153/54/54</a:t>
              </a:r>
            </a:p>
          </p:txBody>
        </p:sp>
        <p:sp>
          <p:nvSpPr>
            <p:cNvPr id="94" name="矩形 13">
              <a:extLst>
                <a:ext uri="{FF2B5EF4-FFF2-40B4-BE49-F238E27FC236}">
                  <a16:creationId xmlns:a16="http://schemas.microsoft.com/office/drawing/2014/main" id="{612F2ED4-F7A4-9E48-95E1-8D07B3BBE962}"/>
                </a:ext>
              </a:extLst>
            </p:cNvPr>
            <p:cNvSpPr/>
            <p:nvPr userDrawn="1"/>
          </p:nvSpPr>
          <p:spPr>
            <a:xfrm>
              <a:off x="5356401" y="4866463"/>
              <a:ext cx="791510" cy="664397"/>
            </a:xfrm>
            <a:prstGeom prst="rect">
              <a:avLst/>
            </a:prstGeom>
            <a:solidFill>
              <a:srgbClr val="62B23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98/178/48</a:t>
              </a:r>
            </a:p>
          </p:txBody>
        </p:sp>
        <p:sp>
          <p:nvSpPr>
            <p:cNvPr id="95" name="矩形 13">
              <a:extLst>
                <a:ext uri="{FF2B5EF4-FFF2-40B4-BE49-F238E27FC236}">
                  <a16:creationId xmlns:a16="http://schemas.microsoft.com/office/drawing/2014/main" id="{A9E1D476-C288-8945-A68A-1F20C557294B}"/>
                </a:ext>
              </a:extLst>
            </p:cNvPr>
            <p:cNvSpPr/>
            <p:nvPr userDrawn="1"/>
          </p:nvSpPr>
          <p:spPr>
            <a:xfrm>
              <a:off x="6184680" y="3415851"/>
              <a:ext cx="791510" cy="664397"/>
            </a:xfrm>
            <a:prstGeom prst="rect">
              <a:avLst/>
            </a:prstGeom>
            <a:solidFill>
              <a:srgbClr val="F2894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242/137/68</a:t>
              </a:r>
              <a:endParaRPr kumimoji="1" lang="mr-IN" altLang="zh-CN" sz="500" b="1" dirty="0">
                <a:solidFill>
                  <a:srgbClr val="FFFFFF"/>
                </a:solidFill>
                <a:latin typeface="Huawei Sans" panose="020C0503030203020204" pitchFamily="34" charset="0"/>
                <a:ea typeface="Arial" charset="0"/>
                <a:cs typeface="Arial" charset="0"/>
              </a:endParaRPr>
            </a:p>
          </p:txBody>
        </p:sp>
        <p:sp>
          <p:nvSpPr>
            <p:cNvPr id="96" name="矩形 13">
              <a:extLst>
                <a:ext uri="{FF2B5EF4-FFF2-40B4-BE49-F238E27FC236}">
                  <a16:creationId xmlns:a16="http://schemas.microsoft.com/office/drawing/2014/main" id="{42823EBB-E62E-F149-AC9A-09950051F283}"/>
                </a:ext>
              </a:extLst>
            </p:cNvPr>
            <p:cNvSpPr/>
            <p:nvPr userDrawn="1"/>
          </p:nvSpPr>
          <p:spPr>
            <a:xfrm>
              <a:off x="5353240" y="184963"/>
              <a:ext cx="791510" cy="664397"/>
            </a:xfrm>
            <a:prstGeom prst="rect">
              <a:avLst/>
            </a:prstGeom>
            <a:solidFill>
              <a:srgbClr val="C7000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PANTONE 185C</a:t>
              </a:r>
            </a:p>
            <a:p>
              <a:pPr algn="ctr">
                <a:lnSpc>
                  <a:spcPts val="620"/>
                </a:lnSpc>
                <a:spcBef>
                  <a:spcPts val="0"/>
                </a:spcBef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199/0/11  </a:t>
              </a:r>
            </a:p>
          </p:txBody>
        </p:sp>
        <p:sp>
          <p:nvSpPr>
            <p:cNvPr id="97" name="文本框 15">
              <a:extLst>
                <a:ext uri="{FF2B5EF4-FFF2-40B4-BE49-F238E27FC236}">
                  <a16:creationId xmlns:a16="http://schemas.microsoft.com/office/drawing/2014/main" id="{EA01C299-6FF2-3642-AAEC-A1DF62D9C654}"/>
                </a:ext>
              </a:extLst>
            </p:cNvPr>
            <p:cNvSpPr txBox="1"/>
            <p:nvPr userDrawn="1"/>
          </p:nvSpPr>
          <p:spPr>
            <a:xfrm>
              <a:off x="5343885" y="-48857"/>
              <a:ext cx="726488" cy="204645"/>
            </a:xfrm>
            <a:prstGeom prst="rect">
              <a:avLst/>
            </a:prstGeom>
            <a:noFill/>
          </p:spPr>
          <p:txBody>
            <a:bodyPr wrap="square" lIns="0" tIns="0" rIns="0" bIns="0" rtlCol="0" anchor="b" anchorCtr="0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kumimoji="1" lang="zh-CN" altLang="en-US" sz="800" b="0" i="0" dirty="0">
                  <a:solidFill>
                    <a:schemeClr val="tx1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公司色</a:t>
              </a:r>
            </a:p>
          </p:txBody>
        </p:sp>
        <p:sp>
          <p:nvSpPr>
            <p:cNvPr id="98" name="矩形 13">
              <a:extLst>
                <a:ext uri="{FF2B5EF4-FFF2-40B4-BE49-F238E27FC236}">
                  <a16:creationId xmlns:a16="http://schemas.microsoft.com/office/drawing/2014/main" id="{B84AB502-165F-764A-9621-65CA8CBBEAEA}"/>
                </a:ext>
              </a:extLst>
            </p:cNvPr>
            <p:cNvSpPr/>
            <p:nvPr userDrawn="1"/>
          </p:nvSpPr>
          <p:spPr>
            <a:xfrm>
              <a:off x="5352600" y="918047"/>
              <a:ext cx="791510" cy="664397"/>
            </a:xfrm>
            <a:prstGeom prst="rect">
              <a:avLst/>
            </a:prstGeom>
            <a:solidFill>
              <a:srgbClr val="C8102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PANTONE 186C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200/16/46  </a:t>
              </a:r>
            </a:p>
          </p:txBody>
        </p:sp>
        <p:sp>
          <p:nvSpPr>
            <p:cNvPr id="99" name="矩形 13">
              <a:extLst>
                <a:ext uri="{FF2B5EF4-FFF2-40B4-BE49-F238E27FC236}">
                  <a16:creationId xmlns:a16="http://schemas.microsoft.com/office/drawing/2014/main" id="{CB8870E8-3E95-764C-B621-A168E194CC7A}"/>
                </a:ext>
              </a:extLst>
            </p:cNvPr>
            <p:cNvSpPr/>
            <p:nvPr userDrawn="1"/>
          </p:nvSpPr>
          <p:spPr>
            <a:xfrm>
              <a:off x="5354164" y="2665974"/>
              <a:ext cx="791510" cy="664397"/>
            </a:xfrm>
            <a:prstGeom prst="rect">
              <a:avLst/>
            </a:prstGeom>
            <a:solidFill>
              <a:srgbClr val="7F000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127/0/1</a:t>
              </a:r>
            </a:p>
          </p:txBody>
        </p:sp>
        <p:sp>
          <p:nvSpPr>
            <p:cNvPr id="100" name="矩形 13">
              <a:extLst>
                <a:ext uri="{FF2B5EF4-FFF2-40B4-BE49-F238E27FC236}">
                  <a16:creationId xmlns:a16="http://schemas.microsoft.com/office/drawing/2014/main" id="{356EF69A-1936-544F-A95F-0664F4E186D5}"/>
                </a:ext>
              </a:extLst>
            </p:cNvPr>
            <p:cNvSpPr/>
            <p:nvPr userDrawn="1"/>
          </p:nvSpPr>
          <p:spPr>
            <a:xfrm>
              <a:off x="5354164" y="4134866"/>
              <a:ext cx="791510" cy="664397"/>
            </a:xfrm>
            <a:prstGeom prst="rect">
              <a:avLst/>
            </a:prstGeom>
            <a:solidFill>
              <a:srgbClr val="FCC8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52/200/0</a:t>
              </a:r>
            </a:p>
          </p:txBody>
        </p:sp>
        <p:sp>
          <p:nvSpPr>
            <p:cNvPr id="101" name="矩形 13">
              <a:extLst>
                <a:ext uri="{FF2B5EF4-FFF2-40B4-BE49-F238E27FC236}">
                  <a16:creationId xmlns:a16="http://schemas.microsoft.com/office/drawing/2014/main" id="{03EBAB43-95A5-1C4A-8458-B86EB3D51FCA}"/>
                </a:ext>
              </a:extLst>
            </p:cNvPr>
            <p:cNvSpPr/>
            <p:nvPr userDrawn="1"/>
          </p:nvSpPr>
          <p:spPr>
            <a:xfrm>
              <a:off x="5354164" y="5596166"/>
              <a:ext cx="791510" cy="664397"/>
            </a:xfrm>
            <a:prstGeom prst="rect">
              <a:avLst/>
            </a:prstGeom>
            <a:solidFill>
              <a:srgbClr val="30B5C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48/181/197</a:t>
              </a:r>
            </a:p>
          </p:txBody>
        </p:sp>
        <p:sp>
          <p:nvSpPr>
            <p:cNvPr id="102" name="矩形 13">
              <a:extLst>
                <a:ext uri="{FF2B5EF4-FFF2-40B4-BE49-F238E27FC236}">
                  <a16:creationId xmlns:a16="http://schemas.microsoft.com/office/drawing/2014/main" id="{371A8520-F934-304C-B57F-B49F768694E2}"/>
                </a:ext>
              </a:extLst>
            </p:cNvPr>
            <p:cNvSpPr/>
            <p:nvPr userDrawn="1"/>
          </p:nvSpPr>
          <p:spPr>
            <a:xfrm>
              <a:off x="6184543" y="4866463"/>
              <a:ext cx="791510" cy="664398"/>
            </a:xfrm>
            <a:prstGeom prst="rect">
              <a:avLst/>
            </a:prstGeom>
            <a:solidFill>
              <a:srgbClr val="81C15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129/193/95</a:t>
              </a:r>
            </a:p>
          </p:txBody>
        </p:sp>
        <p:sp>
          <p:nvSpPr>
            <p:cNvPr id="103" name="矩形 13">
              <a:extLst>
                <a:ext uri="{FF2B5EF4-FFF2-40B4-BE49-F238E27FC236}">
                  <a16:creationId xmlns:a16="http://schemas.microsoft.com/office/drawing/2014/main" id="{B83004D7-279B-C14E-9FCF-870FA1B74FDF}"/>
                </a:ext>
              </a:extLst>
            </p:cNvPr>
            <p:cNvSpPr/>
            <p:nvPr userDrawn="1"/>
          </p:nvSpPr>
          <p:spPr>
            <a:xfrm>
              <a:off x="6182308" y="4134866"/>
              <a:ext cx="791510" cy="664398"/>
            </a:xfrm>
            <a:prstGeom prst="rect">
              <a:avLst/>
            </a:prstGeom>
            <a:solidFill>
              <a:srgbClr val="FDD35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253/211/81</a:t>
              </a:r>
            </a:p>
          </p:txBody>
        </p:sp>
        <p:sp>
          <p:nvSpPr>
            <p:cNvPr id="104" name="矩形 13">
              <a:extLst>
                <a:ext uri="{FF2B5EF4-FFF2-40B4-BE49-F238E27FC236}">
                  <a16:creationId xmlns:a16="http://schemas.microsoft.com/office/drawing/2014/main" id="{99635968-4E69-CC41-9D78-6DF253FE3035}"/>
                </a:ext>
              </a:extLst>
            </p:cNvPr>
            <p:cNvSpPr/>
            <p:nvPr userDrawn="1"/>
          </p:nvSpPr>
          <p:spPr>
            <a:xfrm>
              <a:off x="6177324" y="5596166"/>
              <a:ext cx="791510" cy="664398"/>
            </a:xfrm>
            <a:prstGeom prst="rect">
              <a:avLst/>
            </a:prstGeom>
            <a:solidFill>
              <a:srgbClr val="56C4D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86/196/210</a:t>
              </a:r>
            </a:p>
          </p:txBody>
        </p:sp>
        <p:sp>
          <p:nvSpPr>
            <p:cNvPr id="105" name="矩形 13">
              <a:extLst>
                <a:ext uri="{FF2B5EF4-FFF2-40B4-BE49-F238E27FC236}">
                  <a16:creationId xmlns:a16="http://schemas.microsoft.com/office/drawing/2014/main" id="{BDBE4949-07B7-F046-AD95-68E4B0C11CCD}"/>
                </a:ext>
              </a:extLst>
            </p:cNvPr>
            <p:cNvSpPr/>
            <p:nvPr/>
          </p:nvSpPr>
          <p:spPr>
            <a:xfrm>
              <a:off x="6186245" y="184963"/>
              <a:ext cx="791510" cy="664397"/>
            </a:xfrm>
            <a:prstGeom prst="rect">
              <a:avLst/>
            </a:prstGeom>
            <a:solidFill>
              <a:srgbClr val="D3394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211/57/65</a:t>
              </a:r>
            </a:p>
          </p:txBody>
        </p:sp>
        <p:sp>
          <p:nvSpPr>
            <p:cNvPr id="106" name="矩形 13">
              <a:extLst>
                <a:ext uri="{FF2B5EF4-FFF2-40B4-BE49-F238E27FC236}">
                  <a16:creationId xmlns:a16="http://schemas.microsoft.com/office/drawing/2014/main" id="{AA9F9E00-6A31-F14B-A2E4-79908835FD14}"/>
                </a:ext>
              </a:extLst>
            </p:cNvPr>
            <p:cNvSpPr/>
            <p:nvPr/>
          </p:nvSpPr>
          <p:spPr>
            <a:xfrm>
              <a:off x="6185604" y="918047"/>
              <a:ext cx="791510" cy="664397"/>
            </a:xfrm>
            <a:prstGeom prst="rect">
              <a:avLst/>
            </a:prstGeom>
            <a:solidFill>
              <a:srgbClr val="D3385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211/56/89</a:t>
              </a:r>
            </a:p>
          </p:txBody>
        </p:sp>
        <p:sp>
          <p:nvSpPr>
            <p:cNvPr id="107" name="矩形 13">
              <a:extLst>
                <a:ext uri="{FF2B5EF4-FFF2-40B4-BE49-F238E27FC236}">
                  <a16:creationId xmlns:a16="http://schemas.microsoft.com/office/drawing/2014/main" id="{38715A31-485E-B744-B409-43F9F04B48F7}"/>
                </a:ext>
              </a:extLst>
            </p:cNvPr>
            <p:cNvSpPr/>
            <p:nvPr/>
          </p:nvSpPr>
          <p:spPr>
            <a:xfrm>
              <a:off x="6996262" y="1934171"/>
              <a:ext cx="791510" cy="664397"/>
            </a:xfrm>
            <a:prstGeom prst="rect">
              <a:avLst/>
            </a:prstGeom>
            <a:solidFill>
              <a:srgbClr val="DD80A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221/128/170</a:t>
              </a:r>
            </a:p>
          </p:txBody>
        </p:sp>
        <p:sp>
          <p:nvSpPr>
            <p:cNvPr id="108" name="矩形 13">
              <a:extLst>
                <a:ext uri="{FF2B5EF4-FFF2-40B4-BE49-F238E27FC236}">
                  <a16:creationId xmlns:a16="http://schemas.microsoft.com/office/drawing/2014/main" id="{4AE1609B-25DD-2C4A-B05B-D18ADBC39C71}"/>
                </a:ext>
              </a:extLst>
            </p:cNvPr>
            <p:cNvSpPr/>
            <p:nvPr/>
          </p:nvSpPr>
          <p:spPr>
            <a:xfrm>
              <a:off x="6996262" y="2673360"/>
              <a:ext cx="791510" cy="664397"/>
            </a:xfrm>
            <a:prstGeom prst="rect">
              <a:avLst/>
            </a:prstGeom>
            <a:solidFill>
              <a:srgbClr val="BF808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4478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191/128/130</a:t>
              </a:r>
            </a:p>
          </p:txBody>
        </p:sp>
        <p:sp>
          <p:nvSpPr>
            <p:cNvPr id="109" name="矩形 13">
              <a:extLst>
                <a:ext uri="{FF2B5EF4-FFF2-40B4-BE49-F238E27FC236}">
                  <a16:creationId xmlns:a16="http://schemas.microsoft.com/office/drawing/2014/main" id="{ECE90F9F-DBBC-0B49-A42C-8B62397E473E}"/>
                </a:ext>
              </a:extLst>
            </p:cNvPr>
            <p:cNvSpPr/>
            <p:nvPr/>
          </p:nvSpPr>
          <p:spPr>
            <a:xfrm>
              <a:off x="6996262" y="3415851"/>
              <a:ext cx="791510" cy="664397"/>
            </a:xfrm>
            <a:prstGeom prst="rect">
              <a:avLst/>
            </a:prstGeom>
            <a:solidFill>
              <a:srgbClr val="F6B78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246/183/140</a:t>
              </a:r>
              <a:endParaRPr kumimoji="1" lang="mr-IN" altLang="zh-CN" sz="500" b="1" dirty="0">
                <a:solidFill>
                  <a:srgbClr val="595757"/>
                </a:solidFill>
                <a:latin typeface="Huawei Sans" panose="020C0503030203020204" pitchFamily="34" charset="0"/>
                <a:ea typeface="Arial" charset="0"/>
                <a:cs typeface="Arial" charset="0"/>
              </a:endParaRPr>
            </a:p>
          </p:txBody>
        </p:sp>
        <p:sp>
          <p:nvSpPr>
            <p:cNvPr id="110" name="矩形 13">
              <a:extLst>
                <a:ext uri="{FF2B5EF4-FFF2-40B4-BE49-F238E27FC236}">
                  <a16:creationId xmlns:a16="http://schemas.microsoft.com/office/drawing/2014/main" id="{D5B387BA-F8B8-B54E-966E-F24E271747C4}"/>
                </a:ext>
              </a:extLst>
            </p:cNvPr>
            <p:cNvSpPr/>
            <p:nvPr/>
          </p:nvSpPr>
          <p:spPr>
            <a:xfrm>
              <a:off x="7006093" y="4866463"/>
              <a:ext cx="791510" cy="664397"/>
            </a:xfrm>
            <a:prstGeom prst="rect">
              <a:avLst/>
            </a:prstGeom>
            <a:solidFill>
              <a:srgbClr val="AFD89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176/216/156</a:t>
              </a:r>
            </a:p>
          </p:txBody>
        </p:sp>
        <p:sp>
          <p:nvSpPr>
            <p:cNvPr id="111" name="矩形 13">
              <a:extLst>
                <a:ext uri="{FF2B5EF4-FFF2-40B4-BE49-F238E27FC236}">
                  <a16:creationId xmlns:a16="http://schemas.microsoft.com/office/drawing/2014/main" id="{E6C9B99E-8C1C-2B49-B82E-3C754B8E5C02}"/>
                </a:ext>
              </a:extLst>
            </p:cNvPr>
            <p:cNvSpPr/>
            <p:nvPr/>
          </p:nvSpPr>
          <p:spPr>
            <a:xfrm>
              <a:off x="7003856" y="4134866"/>
              <a:ext cx="791510" cy="664397"/>
            </a:xfrm>
            <a:prstGeom prst="rect">
              <a:avLst/>
            </a:prstGeom>
            <a:solidFill>
              <a:srgbClr val="FDE39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253/227/181</a:t>
              </a:r>
            </a:p>
          </p:txBody>
        </p:sp>
        <p:sp>
          <p:nvSpPr>
            <p:cNvPr id="112" name="矩形 13">
              <a:extLst>
                <a:ext uri="{FF2B5EF4-FFF2-40B4-BE49-F238E27FC236}">
                  <a16:creationId xmlns:a16="http://schemas.microsoft.com/office/drawing/2014/main" id="{0106BFA2-9DE1-3A42-A6C6-69BCE0FA34F4}"/>
                </a:ext>
              </a:extLst>
            </p:cNvPr>
            <p:cNvSpPr/>
            <p:nvPr/>
          </p:nvSpPr>
          <p:spPr>
            <a:xfrm>
              <a:off x="7003856" y="5596166"/>
              <a:ext cx="791510" cy="664397"/>
            </a:xfrm>
            <a:prstGeom prst="rect">
              <a:avLst/>
            </a:prstGeom>
            <a:solidFill>
              <a:srgbClr val="94DAE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148/218/226</a:t>
              </a:r>
            </a:p>
          </p:txBody>
        </p:sp>
        <p:sp>
          <p:nvSpPr>
            <p:cNvPr id="113" name="矩形 13">
              <a:extLst>
                <a:ext uri="{FF2B5EF4-FFF2-40B4-BE49-F238E27FC236}">
                  <a16:creationId xmlns:a16="http://schemas.microsoft.com/office/drawing/2014/main" id="{F760C1C5-4342-C346-A7D2-D101978EDF66}"/>
                </a:ext>
              </a:extLst>
            </p:cNvPr>
            <p:cNvSpPr/>
            <p:nvPr/>
          </p:nvSpPr>
          <p:spPr>
            <a:xfrm>
              <a:off x="6997826" y="184963"/>
              <a:ext cx="791510" cy="664397"/>
            </a:xfrm>
            <a:prstGeom prst="rect">
              <a:avLst/>
            </a:prstGeom>
            <a:solidFill>
              <a:srgbClr val="E2818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226/129/137</a:t>
              </a:r>
            </a:p>
          </p:txBody>
        </p:sp>
        <p:sp>
          <p:nvSpPr>
            <p:cNvPr id="114" name="矩形 13">
              <a:extLst>
                <a:ext uri="{FF2B5EF4-FFF2-40B4-BE49-F238E27FC236}">
                  <a16:creationId xmlns:a16="http://schemas.microsoft.com/office/drawing/2014/main" id="{5BB50A4A-0B64-7E4C-824C-1EBCA1A992CF}"/>
                </a:ext>
              </a:extLst>
            </p:cNvPr>
            <p:cNvSpPr/>
            <p:nvPr/>
          </p:nvSpPr>
          <p:spPr>
            <a:xfrm>
              <a:off x="6997185" y="918047"/>
              <a:ext cx="791510" cy="664397"/>
            </a:xfrm>
            <a:prstGeom prst="rect">
              <a:avLst/>
            </a:prstGeom>
            <a:solidFill>
              <a:srgbClr val="E2819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226/129/152</a:t>
              </a:r>
            </a:p>
          </p:txBody>
        </p:sp>
        <p:sp>
          <p:nvSpPr>
            <p:cNvPr id="115" name="矩形 13">
              <a:extLst>
                <a:ext uri="{FF2B5EF4-FFF2-40B4-BE49-F238E27FC236}">
                  <a16:creationId xmlns:a16="http://schemas.microsoft.com/office/drawing/2014/main" id="{756A7E25-6C44-8A44-A8C5-61D19BC9EDAF}"/>
                </a:ext>
              </a:extLst>
            </p:cNvPr>
            <p:cNvSpPr/>
            <p:nvPr userDrawn="1"/>
          </p:nvSpPr>
          <p:spPr>
            <a:xfrm>
              <a:off x="7806130" y="1934171"/>
              <a:ext cx="791510" cy="664397"/>
            </a:xfrm>
            <a:prstGeom prst="rect">
              <a:avLst/>
            </a:prstGeom>
            <a:solidFill>
              <a:srgbClr val="EBB3C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235/179/204</a:t>
              </a:r>
            </a:p>
          </p:txBody>
        </p:sp>
        <p:sp>
          <p:nvSpPr>
            <p:cNvPr id="116" name="矩形 13">
              <a:extLst>
                <a:ext uri="{FF2B5EF4-FFF2-40B4-BE49-F238E27FC236}">
                  <a16:creationId xmlns:a16="http://schemas.microsoft.com/office/drawing/2014/main" id="{96588389-39CD-DF4E-B9AC-92091E25724E}"/>
                </a:ext>
              </a:extLst>
            </p:cNvPr>
            <p:cNvSpPr/>
            <p:nvPr/>
          </p:nvSpPr>
          <p:spPr>
            <a:xfrm>
              <a:off x="7806130" y="2673360"/>
              <a:ext cx="791510" cy="664397"/>
            </a:xfrm>
            <a:prstGeom prst="rect">
              <a:avLst/>
            </a:prstGeom>
            <a:solidFill>
              <a:srgbClr val="D8B3B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4478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216/179/179</a:t>
              </a:r>
            </a:p>
          </p:txBody>
        </p:sp>
        <p:sp>
          <p:nvSpPr>
            <p:cNvPr id="117" name="矩形 13">
              <a:extLst>
                <a:ext uri="{FF2B5EF4-FFF2-40B4-BE49-F238E27FC236}">
                  <a16:creationId xmlns:a16="http://schemas.microsoft.com/office/drawing/2014/main" id="{20725C9F-31AE-DB44-B70A-B4ECDEC0BC00}"/>
                </a:ext>
              </a:extLst>
            </p:cNvPr>
            <p:cNvSpPr/>
            <p:nvPr/>
          </p:nvSpPr>
          <p:spPr>
            <a:xfrm>
              <a:off x="7811114" y="3415851"/>
              <a:ext cx="791510" cy="664398"/>
            </a:xfrm>
            <a:prstGeom prst="rect">
              <a:avLst/>
            </a:prstGeom>
            <a:solidFill>
              <a:srgbClr val="FAD3B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250/211/187</a:t>
              </a:r>
              <a:endParaRPr kumimoji="1" lang="mr-IN" altLang="zh-CN" sz="500" b="1" dirty="0">
                <a:solidFill>
                  <a:srgbClr val="595757"/>
                </a:solidFill>
                <a:latin typeface="Huawei Sans" panose="020C0503030203020204" pitchFamily="34" charset="0"/>
                <a:ea typeface="Arial" charset="0"/>
                <a:cs typeface="Arial" charset="0"/>
              </a:endParaRPr>
            </a:p>
          </p:txBody>
        </p:sp>
        <p:sp>
          <p:nvSpPr>
            <p:cNvPr id="118" name="矩形 13">
              <a:extLst>
                <a:ext uri="{FF2B5EF4-FFF2-40B4-BE49-F238E27FC236}">
                  <a16:creationId xmlns:a16="http://schemas.microsoft.com/office/drawing/2014/main" id="{AC5BCC27-B68D-0743-8E0B-E25F8D01C3A4}"/>
                </a:ext>
              </a:extLst>
            </p:cNvPr>
            <p:cNvSpPr/>
            <p:nvPr/>
          </p:nvSpPr>
          <p:spPr>
            <a:xfrm>
              <a:off x="7820945" y="4866463"/>
              <a:ext cx="791510" cy="664398"/>
            </a:xfrm>
            <a:prstGeom prst="rect">
              <a:avLst/>
            </a:prstGeom>
            <a:solidFill>
              <a:srgbClr val="D0E8C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208/232/196</a:t>
              </a:r>
            </a:p>
          </p:txBody>
        </p:sp>
        <p:sp>
          <p:nvSpPr>
            <p:cNvPr id="119" name="矩形 13">
              <a:extLst>
                <a:ext uri="{FF2B5EF4-FFF2-40B4-BE49-F238E27FC236}">
                  <a16:creationId xmlns:a16="http://schemas.microsoft.com/office/drawing/2014/main" id="{51C2E83A-C975-6945-B2FD-5B22BBB53DB7}"/>
                </a:ext>
              </a:extLst>
            </p:cNvPr>
            <p:cNvSpPr/>
            <p:nvPr/>
          </p:nvSpPr>
          <p:spPr>
            <a:xfrm>
              <a:off x="7818707" y="4134866"/>
              <a:ext cx="791510" cy="664398"/>
            </a:xfrm>
            <a:prstGeom prst="rect">
              <a:avLst/>
            </a:prstGeom>
            <a:solidFill>
              <a:srgbClr val="FEEEC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254/238/193</a:t>
              </a:r>
            </a:p>
          </p:txBody>
        </p:sp>
        <p:sp>
          <p:nvSpPr>
            <p:cNvPr id="120" name="矩形 13">
              <a:extLst>
                <a:ext uri="{FF2B5EF4-FFF2-40B4-BE49-F238E27FC236}">
                  <a16:creationId xmlns:a16="http://schemas.microsoft.com/office/drawing/2014/main" id="{BEE9A95F-6965-354F-A2C7-2E8C81DDA52F}"/>
                </a:ext>
              </a:extLst>
            </p:cNvPr>
            <p:cNvSpPr/>
            <p:nvPr/>
          </p:nvSpPr>
          <p:spPr>
            <a:xfrm>
              <a:off x="7823691" y="5596166"/>
              <a:ext cx="791510" cy="664398"/>
            </a:xfrm>
            <a:prstGeom prst="rect">
              <a:avLst/>
            </a:prstGeom>
            <a:solidFill>
              <a:srgbClr val="BEE9E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190/233/238</a:t>
              </a:r>
            </a:p>
          </p:txBody>
        </p:sp>
        <p:sp>
          <p:nvSpPr>
            <p:cNvPr id="121" name="矩形 13">
              <a:extLst>
                <a:ext uri="{FF2B5EF4-FFF2-40B4-BE49-F238E27FC236}">
                  <a16:creationId xmlns:a16="http://schemas.microsoft.com/office/drawing/2014/main" id="{509164EB-3DC4-7A4F-9E7C-06EBC981CD0A}"/>
                </a:ext>
              </a:extLst>
            </p:cNvPr>
            <p:cNvSpPr/>
            <p:nvPr/>
          </p:nvSpPr>
          <p:spPr>
            <a:xfrm>
              <a:off x="7807694" y="184963"/>
              <a:ext cx="791510" cy="664397"/>
            </a:xfrm>
            <a:prstGeom prst="rect">
              <a:avLst/>
            </a:prstGeom>
            <a:solidFill>
              <a:srgbClr val="EEB3B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239/178/184</a:t>
              </a:r>
            </a:p>
          </p:txBody>
        </p:sp>
        <p:sp>
          <p:nvSpPr>
            <p:cNvPr id="122" name="矩形 13">
              <a:extLst>
                <a:ext uri="{FF2B5EF4-FFF2-40B4-BE49-F238E27FC236}">
                  <a16:creationId xmlns:a16="http://schemas.microsoft.com/office/drawing/2014/main" id="{667867DD-D3E6-3040-A7B5-39345C0CE2E3}"/>
                </a:ext>
              </a:extLst>
            </p:cNvPr>
            <p:cNvSpPr/>
            <p:nvPr/>
          </p:nvSpPr>
          <p:spPr>
            <a:xfrm>
              <a:off x="7807054" y="918047"/>
              <a:ext cx="791510" cy="664397"/>
            </a:xfrm>
            <a:prstGeom prst="rect">
              <a:avLst/>
            </a:prstGeom>
            <a:solidFill>
              <a:srgbClr val="EEB3C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238/179/193</a:t>
              </a:r>
            </a:p>
          </p:txBody>
        </p:sp>
        <p:sp>
          <p:nvSpPr>
            <p:cNvPr id="123" name="矩形 13">
              <a:extLst>
                <a:ext uri="{FF2B5EF4-FFF2-40B4-BE49-F238E27FC236}">
                  <a16:creationId xmlns:a16="http://schemas.microsoft.com/office/drawing/2014/main" id="{9EE10597-3782-AB46-8453-89FA049C6C46}"/>
                </a:ext>
              </a:extLst>
            </p:cNvPr>
            <p:cNvSpPr/>
            <p:nvPr userDrawn="1"/>
          </p:nvSpPr>
          <p:spPr>
            <a:xfrm>
              <a:off x="5354169" y="6324025"/>
              <a:ext cx="513579" cy="664397"/>
            </a:xfrm>
            <a:prstGeom prst="rect">
              <a:avLst/>
            </a:prstGeom>
            <a:solidFill>
              <a:srgbClr val="22181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0/0/0</a:t>
              </a:r>
            </a:p>
          </p:txBody>
        </p:sp>
        <p:sp>
          <p:nvSpPr>
            <p:cNvPr id="124" name="矩形 13">
              <a:extLst>
                <a:ext uri="{FF2B5EF4-FFF2-40B4-BE49-F238E27FC236}">
                  <a16:creationId xmlns:a16="http://schemas.microsoft.com/office/drawing/2014/main" id="{966B3529-B594-884C-BED0-5887B34BBBB8}"/>
                </a:ext>
              </a:extLst>
            </p:cNvPr>
            <p:cNvSpPr/>
            <p:nvPr userDrawn="1"/>
          </p:nvSpPr>
          <p:spPr>
            <a:xfrm>
              <a:off x="5900626" y="6324025"/>
              <a:ext cx="513579" cy="664397"/>
            </a:xfrm>
            <a:prstGeom prst="rect">
              <a:avLst/>
            </a:prstGeom>
            <a:solidFill>
              <a:srgbClr val="59575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89/87/87</a:t>
              </a:r>
            </a:p>
          </p:txBody>
        </p:sp>
        <p:sp>
          <p:nvSpPr>
            <p:cNvPr id="125" name="矩形 13">
              <a:extLst>
                <a:ext uri="{FF2B5EF4-FFF2-40B4-BE49-F238E27FC236}">
                  <a16:creationId xmlns:a16="http://schemas.microsoft.com/office/drawing/2014/main" id="{0B0545C9-147F-584F-80D2-EF13876D7D33}"/>
                </a:ext>
              </a:extLst>
            </p:cNvPr>
            <p:cNvSpPr/>
            <p:nvPr userDrawn="1"/>
          </p:nvSpPr>
          <p:spPr>
            <a:xfrm>
              <a:off x="6445335" y="6324024"/>
              <a:ext cx="513579" cy="664398"/>
            </a:xfrm>
            <a:prstGeom prst="rect">
              <a:avLst/>
            </a:prstGeom>
            <a:solidFill>
              <a:srgbClr val="8888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137/137/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137</a:t>
              </a:r>
            </a:p>
          </p:txBody>
        </p:sp>
        <p:sp>
          <p:nvSpPr>
            <p:cNvPr id="126" name="矩形 13">
              <a:extLst>
                <a:ext uri="{FF2B5EF4-FFF2-40B4-BE49-F238E27FC236}">
                  <a16:creationId xmlns:a16="http://schemas.microsoft.com/office/drawing/2014/main" id="{44FD0A0B-0D45-3340-A523-465AC24134BF}"/>
                </a:ext>
              </a:extLst>
            </p:cNvPr>
            <p:cNvSpPr/>
            <p:nvPr userDrawn="1"/>
          </p:nvSpPr>
          <p:spPr>
            <a:xfrm>
              <a:off x="7003279" y="6324024"/>
              <a:ext cx="513579" cy="664398"/>
            </a:xfrm>
            <a:prstGeom prst="rect">
              <a:avLst/>
            </a:prstGeom>
            <a:solidFill>
              <a:srgbClr val="B5B5B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181/181/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181</a:t>
              </a:r>
            </a:p>
          </p:txBody>
        </p:sp>
        <p:sp>
          <p:nvSpPr>
            <p:cNvPr id="127" name="矩形 13">
              <a:extLst>
                <a:ext uri="{FF2B5EF4-FFF2-40B4-BE49-F238E27FC236}">
                  <a16:creationId xmlns:a16="http://schemas.microsoft.com/office/drawing/2014/main" id="{2C404A07-276B-3648-BB25-4EDB5905448C}"/>
                </a:ext>
              </a:extLst>
            </p:cNvPr>
            <p:cNvSpPr/>
            <p:nvPr userDrawn="1"/>
          </p:nvSpPr>
          <p:spPr>
            <a:xfrm>
              <a:off x="7551547" y="6324024"/>
              <a:ext cx="513579" cy="664398"/>
            </a:xfrm>
            <a:prstGeom prst="rect">
              <a:avLst/>
            </a:prstGeom>
            <a:solidFill>
              <a:srgbClr val="DDDDD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 221/221/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221</a:t>
              </a:r>
            </a:p>
          </p:txBody>
        </p:sp>
        <p:sp>
          <p:nvSpPr>
            <p:cNvPr id="128" name="矩形 13">
              <a:extLst>
                <a:ext uri="{FF2B5EF4-FFF2-40B4-BE49-F238E27FC236}">
                  <a16:creationId xmlns:a16="http://schemas.microsoft.com/office/drawing/2014/main" id="{72B0F29C-A346-8946-9B8E-8F1B9DFF7AD0}"/>
                </a:ext>
              </a:extLst>
            </p:cNvPr>
            <p:cNvSpPr/>
            <p:nvPr userDrawn="1"/>
          </p:nvSpPr>
          <p:spPr>
            <a:xfrm>
              <a:off x="8098559" y="6324024"/>
              <a:ext cx="513579" cy="66439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5B5B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255/255/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Huawei Sans" panose="020C0503030203020204" pitchFamily="34" charset="0"/>
                  <a:ea typeface="Arial" charset="0"/>
                  <a:cs typeface="Huawei Sans" panose="020C0503030203020204" pitchFamily="34" charset="0"/>
                </a:rPr>
                <a:t>255</a:t>
              </a:r>
            </a:p>
          </p:txBody>
        </p:sp>
      </p:grpSp>
      <p:pic>
        <p:nvPicPr>
          <p:cNvPr id="2" name="图片 1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6176" y="6319484"/>
            <a:ext cx="1270800" cy="2789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03720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14" r:id="rId1"/>
    <p:sldLayoutId id="2147483917" r:id="rId2"/>
  </p:sldLayoutIdLst>
  <p:hf hdr="0" ftr="0" dt="0"/>
  <p:txStyles>
    <p:titleStyle>
      <a:lvl1pPr algn="l" defTabSz="1187798" rtl="0" eaLnBrk="1" latinLnBrk="0" hangingPunct="1">
        <a:lnSpc>
          <a:spcPct val="90000"/>
        </a:lnSpc>
        <a:spcBef>
          <a:spcPct val="0"/>
        </a:spcBef>
        <a:buNone/>
        <a:defRPr sz="571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96950" indent="-296950" algn="l" defTabSz="1187798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3636" kern="1200">
          <a:solidFill>
            <a:schemeClr val="tx1"/>
          </a:solidFill>
          <a:latin typeface="+mn-lt"/>
          <a:ea typeface="+mn-ea"/>
          <a:cs typeface="+mn-cs"/>
        </a:defRPr>
      </a:lvl1pPr>
      <a:lvl2pPr marL="890849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3118" kern="1200">
          <a:solidFill>
            <a:schemeClr val="tx1"/>
          </a:solidFill>
          <a:latin typeface="+mn-lt"/>
          <a:ea typeface="+mn-ea"/>
          <a:cs typeface="+mn-cs"/>
        </a:defRPr>
      </a:lvl2pPr>
      <a:lvl3pPr marL="1484748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598" kern="1200">
          <a:solidFill>
            <a:schemeClr val="tx1"/>
          </a:solidFill>
          <a:latin typeface="+mn-lt"/>
          <a:ea typeface="+mn-ea"/>
          <a:cs typeface="+mn-cs"/>
        </a:defRPr>
      </a:lvl3pPr>
      <a:lvl4pPr marL="2078648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4pPr>
      <a:lvl5pPr marL="2672547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5pPr>
      <a:lvl6pPr marL="3266447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6pPr>
      <a:lvl7pPr marL="3860346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7pPr>
      <a:lvl8pPr marL="4454245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8pPr>
      <a:lvl9pPr marL="5048144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1pPr>
      <a:lvl2pPr marL="593900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2pPr>
      <a:lvl3pPr marL="1187798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3pPr>
      <a:lvl4pPr marL="1781699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4pPr>
      <a:lvl5pPr marL="2375598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5pPr>
      <a:lvl6pPr marL="2969497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6pPr>
      <a:lvl7pPr marL="3563396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7pPr>
      <a:lvl8pPr marL="4157297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8pPr>
      <a:lvl9pPr marL="4751195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45F1158-B1AA-8F41-AF0A-FEA0EC1874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8969" y="1467870"/>
            <a:ext cx="3984232" cy="281608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5" name="Text Placeholder 1">
            <a:extLst>
              <a:ext uri="{FF2B5EF4-FFF2-40B4-BE49-F238E27FC236}">
                <a16:creationId xmlns:a16="http://schemas.microsoft.com/office/drawing/2014/main" id="{F8FC7CCD-75EB-9C44-BC7D-29679334A8CA}"/>
              </a:ext>
            </a:extLst>
          </p:cNvPr>
          <p:cNvSpPr txBox="1">
            <a:spLocks/>
          </p:cNvSpPr>
          <p:nvPr userDrawn="1"/>
        </p:nvSpPr>
        <p:spPr>
          <a:xfrm>
            <a:off x="7979357" y="2794960"/>
            <a:ext cx="3225168" cy="233901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065"/>
              </a:lnSpc>
            </a:pPr>
            <a:r>
              <a:rPr kumimoji="1" lang="en-US" altLang="zh-CN" sz="850" b="1" baseline="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  <a:t>Copyright©2018 Huawei Technologies Co., Ltd.</a:t>
            </a:r>
            <a:br>
              <a:rPr kumimoji="1" lang="en-US" altLang="zh-CN" sz="850" b="1" baseline="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</a:br>
            <a:r>
              <a:rPr kumimoji="1" lang="en-US" altLang="zh-CN" sz="850" b="1" baseline="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  <a:t>All Rights Reserved.</a:t>
            </a:r>
            <a:br>
              <a:rPr kumimoji="1" lang="en-US" altLang="zh-CN" sz="779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</a:br>
            <a:br>
              <a:rPr kumimoji="1" lang="en-US" altLang="zh-CN" sz="779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  <a:t>The information in this document may contain predictive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  <a:t>statements including, without limitation, statements regarding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  <a:t>the future financial and operating results, future product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  <a:t>portfolio, new technology, etc. There are a number of factors that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  <a:t>could cause actual results and developments to differ materially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  <a:t>from those expressed or implied in the predictive statements.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  <a:t>Therefore, such information is provided for reference purpose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  <a:t>only and constitutes neither an offer nor an acceptance. Huawei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  <a:t>may change the information at any time without notice. </a:t>
            </a:r>
          </a:p>
          <a:p>
            <a:pPr>
              <a:lnSpc>
                <a:spcPts val="1065"/>
              </a:lnSpc>
            </a:pPr>
            <a:endParaRPr kumimoji="1" lang="zh-CN" altLang="en-US" sz="779" dirty="0">
              <a:solidFill>
                <a:srgbClr val="1D1D1B"/>
              </a:solidFill>
              <a:latin typeface="Huawei Sans" panose="020C0503030203020204" pitchFamily="34" charset="0"/>
              <a:cs typeface="Huawei Sans" panose="020C0503030203020204" pitchFamily="34" charset="0"/>
            </a:endParaRPr>
          </a:p>
        </p:txBody>
      </p:sp>
      <p:sp>
        <p:nvSpPr>
          <p:cNvPr id="6" name="Subtitle 6">
            <a:extLst>
              <a:ext uri="{FF2B5EF4-FFF2-40B4-BE49-F238E27FC236}">
                <a16:creationId xmlns:a16="http://schemas.microsoft.com/office/drawing/2014/main" id="{12B8F806-ABD5-064C-8793-5E22C72554FD}"/>
              </a:ext>
            </a:extLst>
          </p:cNvPr>
          <p:cNvSpPr txBox="1">
            <a:spLocks/>
          </p:cNvSpPr>
          <p:nvPr userDrawn="1"/>
        </p:nvSpPr>
        <p:spPr>
          <a:xfrm>
            <a:off x="7987276" y="1631849"/>
            <a:ext cx="3477701" cy="49111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681"/>
              </a:lnSpc>
              <a:spcBef>
                <a:spcPts val="0"/>
              </a:spcBef>
            </a:pPr>
            <a:r>
              <a:rPr kumimoji="1" lang="zh-CN" altLang="en-US" sz="1300" dirty="0">
                <a:solidFill>
                  <a:srgbClr val="1D1D1B"/>
                </a:solidFill>
                <a:latin typeface="Microsoft YaHei" charset="-122"/>
                <a:ea typeface="Microsoft YaHei" charset="-122"/>
                <a:cs typeface="Microsoft YaHei" charset="-122"/>
              </a:rPr>
              <a:t>把数字世界带入每个人、每个家庭、</a:t>
            </a:r>
            <a:br>
              <a:rPr kumimoji="1" lang="en-US" altLang="zh-CN" sz="1300" dirty="0">
                <a:solidFill>
                  <a:srgbClr val="1D1D1B"/>
                </a:solidFill>
                <a:latin typeface="Microsoft YaHei" charset="-122"/>
                <a:ea typeface="Microsoft YaHei" charset="-122"/>
                <a:cs typeface="Microsoft YaHei" charset="-122"/>
              </a:rPr>
            </a:br>
            <a:r>
              <a:rPr kumimoji="1" lang="zh-CN" altLang="en-US" sz="1300" dirty="0">
                <a:solidFill>
                  <a:srgbClr val="1D1D1B"/>
                </a:solidFill>
                <a:latin typeface="Microsoft YaHei" charset="-122"/>
                <a:ea typeface="Microsoft YaHei" charset="-122"/>
                <a:cs typeface="Microsoft YaHei" charset="-122"/>
              </a:rPr>
              <a:t>每个组织，构建万物互联的智能世界。</a:t>
            </a:r>
          </a:p>
        </p:txBody>
      </p:sp>
      <p:sp>
        <p:nvSpPr>
          <p:cNvPr id="7" name="Subtitle 6">
            <a:extLst>
              <a:ext uri="{FF2B5EF4-FFF2-40B4-BE49-F238E27FC236}">
                <a16:creationId xmlns:a16="http://schemas.microsoft.com/office/drawing/2014/main" id="{F1235B6F-D691-2C40-93D4-EC5427ADDFB0}"/>
              </a:ext>
            </a:extLst>
          </p:cNvPr>
          <p:cNvSpPr txBox="1">
            <a:spLocks/>
          </p:cNvSpPr>
          <p:nvPr userDrawn="1"/>
        </p:nvSpPr>
        <p:spPr>
          <a:xfrm>
            <a:off x="7977672" y="2106124"/>
            <a:ext cx="3481833" cy="582808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294"/>
              </a:lnSpc>
            </a:pPr>
            <a:r>
              <a:rPr kumimoji="1" lang="en-US" altLang="zh-CN" sz="120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  <a:t>Bring digital to every person, home and </a:t>
            </a:r>
            <a:br>
              <a:rPr kumimoji="1" lang="en-US" altLang="zh-CN" sz="120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</a:br>
            <a:r>
              <a:rPr kumimoji="1" lang="en-US" altLang="zh-CN" sz="120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  <a:t>organization for a fully connected, </a:t>
            </a:r>
            <a:br>
              <a:rPr kumimoji="1" lang="en-US" altLang="zh-CN" sz="120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</a:br>
            <a:r>
              <a:rPr kumimoji="1" lang="en-US" altLang="zh-CN" sz="1200" dirty="0">
                <a:solidFill>
                  <a:srgbClr val="1D1D1B"/>
                </a:solidFill>
                <a:latin typeface="Huawei Sans" panose="020C0503030203020204" pitchFamily="34" charset="0"/>
                <a:cs typeface="Huawei Sans" panose="020C0503030203020204" pitchFamily="34" charset="0"/>
              </a:rPr>
              <a:t>intelligent world.</a:t>
            </a:r>
            <a:endParaRPr kumimoji="1" lang="zh-CN" altLang="en-US" sz="1200" dirty="0">
              <a:solidFill>
                <a:srgbClr val="1D1D1B"/>
              </a:solidFill>
              <a:latin typeface="Huawei Sans" panose="020C0503030203020204" pitchFamily="34" charset="0"/>
              <a:ea typeface="Microsoft YaHei" charset="-122"/>
              <a:cs typeface="Huawei Sans" panose="020C0503030203020204" pitchFamily="34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A792140-33FB-E045-9071-EE8DB65F2A19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73676" y="5237566"/>
            <a:ext cx="1875600" cy="4059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68242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04" r:id="rId1"/>
  </p:sldLayoutIdLst>
  <p:hf hdr="0" ftr="0" dt="0"/>
  <p:txStyles>
    <p:titleStyle>
      <a:lvl1pPr algn="l" defTabSz="1187798" rtl="0" eaLnBrk="1" latinLnBrk="0" hangingPunct="1">
        <a:lnSpc>
          <a:spcPct val="90000"/>
        </a:lnSpc>
        <a:spcBef>
          <a:spcPct val="0"/>
        </a:spcBef>
        <a:buNone/>
        <a:defRPr sz="5000" b="0" kern="1200">
          <a:solidFill>
            <a:schemeClr val="tx1"/>
          </a:solidFill>
          <a:latin typeface="Huawei Sans" panose="020C0503030203020204" pitchFamily="34" charset="0"/>
          <a:ea typeface="Microsoft YaHei" panose="020B0503020204020204" pitchFamily="34" charset="-122"/>
          <a:cs typeface="Huawei Sans" panose="020C0503030203020204" pitchFamily="34" charset="0"/>
        </a:defRPr>
      </a:lvl1pPr>
    </p:titleStyle>
    <p:bodyStyle>
      <a:lvl1pPr marL="0" indent="0" algn="l" defTabSz="1187798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None/>
        <a:defRPr sz="1819" kern="1200">
          <a:solidFill>
            <a:srgbClr val="FFFFFF"/>
          </a:solidFill>
          <a:latin typeface="Microsoft YaHei" panose="020B0503020204020204" pitchFamily="34" charset="-122"/>
          <a:ea typeface="Microsoft YaHei" panose="020B0503020204020204" pitchFamily="34" charset="-122"/>
          <a:cs typeface="+mn-cs"/>
        </a:defRPr>
      </a:lvl1pPr>
      <a:lvl2pPr marL="593900" indent="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None/>
        <a:defRPr sz="3118" kern="1200">
          <a:solidFill>
            <a:schemeClr val="tx1"/>
          </a:solidFill>
          <a:latin typeface="+mn-lt"/>
          <a:ea typeface="+mn-ea"/>
          <a:cs typeface="+mn-cs"/>
        </a:defRPr>
      </a:lvl2pPr>
      <a:lvl3pPr marL="1187798" indent="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None/>
        <a:defRPr sz="2598" kern="1200">
          <a:solidFill>
            <a:schemeClr val="tx1"/>
          </a:solidFill>
          <a:latin typeface="+mn-lt"/>
          <a:ea typeface="+mn-ea"/>
          <a:cs typeface="+mn-cs"/>
        </a:defRPr>
      </a:lvl3pPr>
      <a:lvl4pPr marL="1781699" indent="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None/>
        <a:defRPr sz="2338" kern="1200">
          <a:solidFill>
            <a:schemeClr val="tx1"/>
          </a:solidFill>
          <a:latin typeface="+mn-lt"/>
          <a:ea typeface="+mn-ea"/>
          <a:cs typeface="+mn-cs"/>
        </a:defRPr>
      </a:lvl4pPr>
      <a:lvl5pPr marL="2375598" indent="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None/>
        <a:defRPr sz="2338" kern="1200">
          <a:solidFill>
            <a:schemeClr val="tx1"/>
          </a:solidFill>
          <a:latin typeface="+mn-lt"/>
          <a:ea typeface="+mn-ea"/>
          <a:cs typeface="+mn-cs"/>
        </a:defRPr>
      </a:lvl5pPr>
      <a:lvl6pPr marL="3266447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6pPr>
      <a:lvl7pPr marL="3860346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7pPr>
      <a:lvl8pPr marL="4454245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8pPr>
      <a:lvl9pPr marL="5048144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1pPr>
      <a:lvl2pPr marL="593900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2pPr>
      <a:lvl3pPr marL="1187798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3pPr>
      <a:lvl4pPr marL="1781699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4pPr>
      <a:lvl5pPr marL="2375598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5pPr>
      <a:lvl6pPr marL="2969497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6pPr>
      <a:lvl7pPr marL="3563396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7pPr>
      <a:lvl8pPr marL="4157297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8pPr>
      <a:lvl9pPr marL="4751195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286000"/>
            <a:ext cx="941832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600" b="1">
                <a:solidFill>
                  <a:srgbClr val="FFFFFF"/>
                </a:solidFill>
              </a:rPr>
              <a:t>Huawei Cloud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657600"/>
            <a:ext cx="941832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800" b="0">
                <a:solidFill>
                  <a:srgbClr val="FFFFFF"/>
                </a:solidFill>
              </a:rPr>
              <a:t>Introduction to HCS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572000"/>
            <a:ext cx="941832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400" b="0">
                <a:solidFill>
                  <a:srgbClr val="E8E8E8"/>
                </a:solidFill>
              </a:rPr>
              <a:t>Sample Deck | English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C7000B"/>
                </a:solidFill>
              </a:rPr>
              <a:t>Cloud Service Families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645920"/>
          <a:ext cx="86868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5029200"/>
                <a:gridCol w="1371600"/>
              </a:tblGrid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Family</a:t>
                      </a:r>
                    </a:p>
                  </a:txBody>
                  <a:tcPr marL="109728" marR="109728" marT="73152" marB="73152" anchor="ctr">
                    <a:solidFill>
                      <a:srgbClr val="C7000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Key Services</a:t>
                      </a:r>
                    </a:p>
                  </a:txBody>
                  <a:tcPr marL="109728" marR="109728" marT="73152" marB="73152" anchor="ctr">
                    <a:solidFill>
                      <a:srgbClr val="C7000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Count</a:t>
                      </a:r>
                    </a:p>
                  </a:txBody>
                  <a:tcPr marL="109728" marR="109728" marT="73152" marB="73152" anchor="ctr">
                    <a:solidFill>
                      <a:srgbClr val="C7000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Compute</a:t>
                      </a:r>
                    </a:p>
                  </a:txBody>
                  <a:tcPr marL="109728" marR="109728" marT="54864" marB="54864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ECS, IMS, AS</a:t>
                      </a:r>
                    </a:p>
                  </a:txBody>
                  <a:tcPr marL="109728" marR="109728" marT="54864" marB="54864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3</a:t>
                      </a:r>
                    </a:p>
                  </a:txBody>
                  <a:tcPr marL="109728" marR="109728" marT="54864" marB="54864" anchor="ctr">
                    <a:solidFill>
                      <a:srgbClr val="F6F8F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Storage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EVS, OBS, HBR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3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Network</a:t>
                      </a:r>
                    </a:p>
                  </a:txBody>
                  <a:tcPr marL="109728" marR="109728" marT="54864" marB="54864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VPC, EIP, ELB, NAT, VPN</a:t>
                      </a:r>
                    </a:p>
                  </a:txBody>
                  <a:tcPr marL="109728" marR="109728" marT="54864" marB="54864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5</a:t>
                      </a:r>
                    </a:p>
                  </a:txBody>
                  <a:tcPr marL="109728" marR="109728" marT="54864" marB="54864" anchor="ctr">
                    <a:solidFill>
                      <a:srgbClr val="F6F8F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2328"/>
                          </a:solidFill>
                        </a:rPr>
                        <a:t>Database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RDS, GaussDB, DRS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328"/>
                          </a:solidFill>
                        </a:rPr>
                        <a:t>3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3931920"/>
            <a:ext cx="10698480" cy="1097280"/>
          </a:xfrm>
          <a:prstGeom prst="rect">
            <a:avLst/>
          </a:prstGeom>
          <a:noFill/>
          <a:solidFill>
            <a:srgbClr val="D1ECF1"/>
          </a:solidFill>
          <a:ln w="12700">
            <a:solidFill>
              <a:srgbClr val="17A2B8"/>
            </a:solidFill>
          </a:ln>
        </p:spPr>
        <p:txBody>
          <a:bodyPr wrap="square">
            <a:noAutofit/>
          </a:bodyPr>
          <a:lstStyle/>
          <a:p>
            <a:r>
              <a:rPr sz="1500" b="1">
                <a:solidFill>
                  <a:srgbClr val="0C5363"/>
                </a:solidFill>
              </a:rPr>
              <a:t>ℹ  </a:t>
            </a:r>
            <a:r>
              <a:rPr sz="1200" b="1">
                <a:solidFill>
                  <a:srgbClr val="0C5363"/>
                </a:solidFill>
              </a:rPr>
              <a:t>The hotline needs to know the official service name for SR routing.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C7000B"/>
                </a:solidFill>
              </a:rPr>
              <a:t>Key Reminders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698480" cy="1097280"/>
          </a:xfrm>
          <a:prstGeom prst="rect">
            <a:avLst/>
          </a:prstGeom>
          <a:noFill/>
          <a:solidFill>
            <a:srgbClr val="FFF3CD"/>
          </a:solidFill>
          <a:ln w="12700">
            <a:solidFill>
              <a:srgbClr val="FFC107"/>
            </a:solidFill>
          </a:ln>
        </p:spPr>
        <p:txBody>
          <a:bodyPr wrap="square">
            <a:noAutofit/>
          </a:bodyPr>
          <a:lstStyle/>
          <a:p>
            <a:r>
              <a:rPr sz="1500" b="1">
                <a:solidFill>
                  <a:srgbClr val="896B00"/>
                </a:solidFill>
              </a:rPr>
              <a:t>⚠  </a:t>
            </a:r>
            <a:r>
              <a:rPr sz="1200" b="1">
                <a:solidFill>
                  <a:srgbClr val="896B00"/>
                </a:solidFill>
              </a:rPr>
              <a:t>Never ask for or accept credentials. Guide the customer to self-service.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10698480" cy="1097280"/>
          </a:xfrm>
          <a:prstGeom prst="rect">
            <a:avLst/>
          </a:prstGeom>
          <a:noFill/>
          <a:solidFill>
            <a:srgbClr val="D4EDDA"/>
          </a:solidFill>
          <a:ln w="12700">
            <a:solidFill>
              <a:srgbClr val="28A745"/>
            </a:solidFill>
          </a:ln>
        </p:spPr>
        <p:txBody>
          <a:bodyPr wrap="square">
            <a:noAutofit/>
          </a:bodyPr>
          <a:lstStyle/>
          <a:p>
            <a:r>
              <a:rPr sz="1500" b="1">
                <a:solidFill>
                  <a:srgbClr val="155724"/>
                </a:solidFill>
              </a:rPr>
              <a:t>✓  </a:t>
            </a:r>
            <a:r>
              <a:rPr sz="1200" b="1">
                <a:solidFill>
                  <a:srgbClr val="155724"/>
                </a:solidFill>
              </a:rPr>
              <a:t>Always validate the caller identity against the authorized contact list.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0"/>
            <a:ext cx="10698480" cy="1097280"/>
          </a:xfrm>
          <a:prstGeom prst="rect">
            <a:avLst/>
          </a:prstGeom>
          <a:noFill/>
          <a:solidFill>
            <a:srgbClr val="D1ECF1"/>
          </a:solidFill>
          <a:ln w="12700">
            <a:solidFill>
              <a:srgbClr val="17A2B8"/>
            </a:solidFill>
          </a:ln>
        </p:spPr>
        <p:txBody>
          <a:bodyPr wrap="square">
            <a:noAutofit/>
          </a:bodyPr>
          <a:lstStyle/>
          <a:p>
            <a:r>
              <a:rPr sz="1500" b="1">
                <a:solidFill>
                  <a:srgbClr val="0C5363"/>
                </a:solidFill>
              </a:rPr>
              <a:t>ℹ  </a:t>
            </a:r>
            <a:r>
              <a:rPr sz="1200" b="1">
                <a:solidFill>
                  <a:srgbClr val="0C5363"/>
                </a:solidFill>
              </a:rPr>
              <a:t>ManageOne is the operations platform, not a cloud service itself.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副标题 3">
            <a:extLst>
              <a:ext uri="{FF2B5EF4-FFF2-40B4-BE49-F238E27FC236}">
                <a16:creationId xmlns:a16="http://schemas.microsoft.com/office/drawing/2014/main" id="{870B2E42-EE4A-4BA3-B5FD-06387F4D013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E5891E87-9BE3-4A6E-9338-1CDB22E5E51C}"/>
              </a:ext>
            </a:extLst>
          </p:cNvPr>
          <p:cNvSpPr>
            <a:spLocks noGrp="1"/>
          </p:cNvSpPr>
          <p:nvPr>
            <p:ph idx="12"/>
          </p:nvPr>
        </p:nvSpPr>
        <p:spPr/>
        <p:txBody>
          <a:bodyPr/>
          <a:lstStyle/>
          <a:p>
            <a:endParaRPr lang="zh-CN" altLang="en-US"/>
          </a:p>
        </p:txBody>
      </p:sp>
      <p:graphicFrame>
        <p:nvGraphicFramePr>
          <p:cNvPr id="9" name="Chart 5">
            <a:extLst>
              <a:ext uri="{FF2B5EF4-FFF2-40B4-BE49-F238E27FC236}">
                <a16:creationId xmlns:a16="http://schemas.microsoft.com/office/drawing/2014/main" id="{3DA0709F-480D-496D-9AE3-86CE30CA73D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327321354"/>
              </p:ext>
            </p:extLst>
          </p:nvPr>
        </p:nvGraphicFramePr>
        <p:xfrm>
          <a:off x="781810" y="2597851"/>
          <a:ext cx="3852104" cy="295014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0" name="Table 4">
            <a:extLst>
              <a:ext uri="{FF2B5EF4-FFF2-40B4-BE49-F238E27FC236}">
                <a16:creationId xmlns:a16="http://schemas.microsoft.com/office/drawing/2014/main" id="{94B88A61-E321-43A5-AF28-824FF07DC4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07680311"/>
              </p:ext>
            </p:extLst>
          </p:nvPr>
        </p:nvGraphicFramePr>
        <p:xfrm>
          <a:off x="4953403" y="2284225"/>
          <a:ext cx="6417697" cy="370582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84543">
                  <a:extLst>
                    <a:ext uri="{9D8B030D-6E8A-4147-A177-3AD203B41FA5}">
                      <a16:colId xmlns:a16="http://schemas.microsoft.com/office/drawing/2014/main" val="3290653754"/>
                    </a:ext>
                  </a:extLst>
                </a:gridCol>
                <a:gridCol w="936978">
                  <a:extLst>
                    <a:ext uri="{9D8B030D-6E8A-4147-A177-3AD203B41FA5}">
                      <a16:colId xmlns:a16="http://schemas.microsoft.com/office/drawing/2014/main" val="2226355419"/>
                    </a:ext>
                  </a:extLst>
                </a:gridCol>
                <a:gridCol w="948266">
                  <a:extLst>
                    <a:ext uri="{9D8B030D-6E8A-4147-A177-3AD203B41FA5}">
                      <a16:colId xmlns:a16="http://schemas.microsoft.com/office/drawing/2014/main" val="1019984887"/>
                    </a:ext>
                  </a:extLst>
                </a:gridCol>
                <a:gridCol w="948267">
                  <a:extLst>
                    <a:ext uri="{9D8B030D-6E8A-4147-A177-3AD203B41FA5}">
                      <a16:colId xmlns:a16="http://schemas.microsoft.com/office/drawing/2014/main" val="4189785689"/>
                    </a:ext>
                  </a:extLst>
                </a:gridCol>
                <a:gridCol w="948267">
                  <a:extLst>
                    <a:ext uri="{9D8B030D-6E8A-4147-A177-3AD203B41FA5}">
                      <a16:colId xmlns:a16="http://schemas.microsoft.com/office/drawing/2014/main" val="50060077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471514843"/>
                    </a:ext>
                  </a:extLst>
                </a:gridCol>
                <a:gridCol w="936976">
                  <a:extLst>
                    <a:ext uri="{9D8B030D-6E8A-4147-A177-3AD203B41FA5}">
                      <a16:colId xmlns:a16="http://schemas.microsoft.com/office/drawing/2014/main" val="3567691634"/>
                    </a:ext>
                  </a:extLst>
                </a:gridCol>
              </a:tblGrid>
              <a:tr h="595196"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rgbClr val="FF0000"/>
                        </a:solidFill>
                        <a:latin typeface="Huawei Sans" panose="020C0503030203020204" pitchFamily="34" charset="0"/>
                        <a:cs typeface="Huawei Sans" panose="020C0503030203020204" pitchFamily="34" charset="0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970" b="1" kern="1200" dirty="0">
                        <a:solidFill>
                          <a:schemeClr val="tx1">
                            <a:lumMod val="90000"/>
                            <a:lumOff val="10000"/>
                          </a:schemeClr>
                        </a:solidFill>
                        <a:latin typeface="Huawei Sans" panose="020C0503030203020204" pitchFamily="34" charset="0"/>
                        <a:ea typeface="+mn-ea"/>
                        <a:cs typeface="Huawei Sans" panose="020C0503030203020204" pitchFamily="34" charset="0"/>
                      </a:endParaRPr>
                    </a:p>
                    <a:p>
                      <a:pPr algn="ctr"/>
                      <a:endParaRPr lang="en-US" sz="970" b="1" kern="1200" dirty="0">
                        <a:solidFill>
                          <a:schemeClr val="tx1">
                            <a:lumMod val="90000"/>
                            <a:lumOff val="10000"/>
                          </a:schemeClr>
                        </a:solidFill>
                        <a:latin typeface="Huawei Sans" panose="020C0503030203020204" pitchFamily="34" charset="0"/>
                        <a:ea typeface="+mn-ea"/>
                        <a:cs typeface="Huawei Sans" panose="020C0503030203020204" pitchFamily="34" charset="0"/>
                      </a:endParaRPr>
                    </a:p>
                    <a:p>
                      <a:pPr algn="ctr"/>
                      <a:r>
                        <a:rPr lang="en-US" sz="950" b="1" kern="1200" dirty="0">
                          <a:solidFill>
                            <a:schemeClr val="tx1">
                              <a:lumMod val="90000"/>
                              <a:lumOff val="10000"/>
                            </a:schemeClr>
                          </a:solidFill>
                          <a:latin typeface="Huawei Sans" panose="020C0503030203020204" pitchFamily="34" charset="0"/>
                          <a:ea typeface="+mn-ea"/>
                          <a:cs typeface="Huawei Sans" panose="020C0503030203020204" pitchFamily="34" charset="0"/>
                        </a:rPr>
                        <a:t>T-Mobile</a:t>
                      </a:r>
                      <a:endParaRPr lang="en-US" sz="950" dirty="0">
                        <a:solidFill>
                          <a:schemeClr val="tx1">
                            <a:lumMod val="90000"/>
                            <a:lumOff val="10000"/>
                          </a:schemeClr>
                        </a:solidFill>
                        <a:latin typeface="Huawei Sans" panose="020C0503030203020204" pitchFamily="34" charset="0"/>
                        <a:cs typeface="Huawei Sans" panose="020C0503030203020204" pitchFamily="34" charset="0"/>
                      </a:endParaRPr>
                    </a:p>
                  </a:txBody>
                  <a:tcPr marL="0" marR="0" marT="0" marB="0" anchor="ctr"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79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970" b="1" kern="1200" dirty="0">
                        <a:solidFill>
                          <a:schemeClr val="tx1">
                            <a:lumMod val="90000"/>
                            <a:lumOff val="10000"/>
                          </a:schemeClr>
                        </a:solidFill>
                        <a:latin typeface="Huawei Sans" panose="020C0503030203020204" pitchFamily="34" charset="0"/>
                        <a:ea typeface="+mn-ea"/>
                        <a:cs typeface="Huawei Sans" panose="020C0503030203020204" pitchFamily="34" charset="0"/>
                      </a:endParaRPr>
                    </a:p>
                    <a:p>
                      <a:pPr marL="0" marR="0" lvl="0" indent="0" algn="ctr" defTabSz="118779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970" b="1" kern="1200" dirty="0">
                        <a:solidFill>
                          <a:schemeClr val="tx1">
                            <a:lumMod val="90000"/>
                            <a:lumOff val="10000"/>
                          </a:schemeClr>
                        </a:solidFill>
                        <a:latin typeface="Huawei Sans" panose="020C0503030203020204" pitchFamily="34" charset="0"/>
                        <a:ea typeface="+mn-ea"/>
                        <a:cs typeface="Huawei Sans" panose="020C0503030203020204" pitchFamily="34" charset="0"/>
                      </a:endParaRPr>
                    </a:p>
                    <a:p>
                      <a:pPr marL="0" marR="0" lvl="0" indent="0" algn="ctr" defTabSz="118779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950" b="1" kern="1200" dirty="0">
                          <a:solidFill>
                            <a:schemeClr val="tx1">
                              <a:lumMod val="90000"/>
                              <a:lumOff val="10000"/>
                            </a:schemeClr>
                          </a:solidFill>
                          <a:latin typeface="Huawei Sans" panose="020C0503030203020204" pitchFamily="34" charset="0"/>
                          <a:ea typeface="+mn-ea"/>
                          <a:cs typeface="Huawei Sans" panose="020C0503030203020204" pitchFamily="34" charset="0"/>
                        </a:rPr>
                        <a:t>Huawei</a:t>
                      </a:r>
                    </a:p>
                  </a:txBody>
                  <a:tcPr marL="0" marR="0" marT="0" marB="0" anchor="ctr"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79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970" b="1" kern="1200" dirty="0">
                        <a:solidFill>
                          <a:schemeClr val="tx1">
                            <a:lumMod val="90000"/>
                            <a:lumOff val="10000"/>
                          </a:schemeClr>
                        </a:solidFill>
                        <a:latin typeface="Huawei Sans" panose="020C0503030203020204" pitchFamily="34" charset="0"/>
                        <a:ea typeface="+mn-ea"/>
                        <a:cs typeface="Huawei Sans" panose="020C0503030203020204" pitchFamily="34" charset="0"/>
                      </a:endParaRPr>
                    </a:p>
                    <a:p>
                      <a:pPr marL="0" marR="0" lvl="0" indent="0" algn="ctr" defTabSz="118779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970" b="1" kern="1200" dirty="0">
                        <a:solidFill>
                          <a:schemeClr val="tx1">
                            <a:lumMod val="90000"/>
                            <a:lumOff val="10000"/>
                          </a:schemeClr>
                        </a:solidFill>
                        <a:latin typeface="Huawei Sans" panose="020C0503030203020204" pitchFamily="34" charset="0"/>
                        <a:ea typeface="+mn-ea"/>
                        <a:cs typeface="Huawei Sans" panose="020C0503030203020204" pitchFamily="34" charset="0"/>
                      </a:endParaRPr>
                    </a:p>
                    <a:p>
                      <a:pPr marL="0" marR="0" lvl="0" indent="0" algn="ctr" defTabSz="118779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950" b="1" kern="1200" dirty="0">
                          <a:solidFill>
                            <a:schemeClr val="tx1">
                              <a:lumMod val="90000"/>
                              <a:lumOff val="10000"/>
                            </a:schemeClr>
                          </a:solidFill>
                          <a:latin typeface="Huawei Sans" panose="020C0503030203020204" pitchFamily="34" charset="0"/>
                          <a:ea typeface="+mn-ea"/>
                          <a:cs typeface="Huawei Sans" panose="020C0503030203020204" pitchFamily="34" charset="0"/>
                        </a:rPr>
                        <a:t>Orange</a:t>
                      </a:r>
                    </a:p>
                  </a:txBody>
                  <a:tcPr marL="0" marR="0" marT="0" marB="0" anchor="ctr"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970" b="1" dirty="0">
                        <a:solidFill>
                          <a:schemeClr val="tx1">
                            <a:lumMod val="90000"/>
                            <a:lumOff val="10000"/>
                          </a:schemeClr>
                        </a:solidFill>
                        <a:latin typeface="Huawei Sans" panose="020C0503030203020204" pitchFamily="34" charset="0"/>
                        <a:cs typeface="Huawei Sans" panose="020C0503030203020204" pitchFamily="34" charset="0"/>
                      </a:endParaRPr>
                    </a:p>
                    <a:p>
                      <a:pPr algn="ctr"/>
                      <a:endParaRPr lang="en-US" sz="970" b="1" dirty="0">
                        <a:solidFill>
                          <a:schemeClr val="tx1">
                            <a:lumMod val="90000"/>
                            <a:lumOff val="10000"/>
                          </a:schemeClr>
                        </a:solidFill>
                        <a:latin typeface="Huawei Sans" panose="020C0503030203020204" pitchFamily="34" charset="0"/>
                        <a:cs typeface="Huawei Sans" panose="020C0503030203020204" pitchFamily="34" charset="0"/>
                      </a:endParaRPr>
                    </a:p>
                    <a:p>
                      <a:pPr algn="ctr"/>
                      <a:r>
                        <a:rPr lang="en-US" sz="950" b="1" dirty="0">
                          <a:solidFill>
                            <a:schemeClr val="tx1">
                              <a:lumMod val="90000"/>
                              <a:lumOff val="10000"/>
                            </a:schemeClr>
                          </a:solidFill>
                          <a:latin typeface="Huawei Sans" panose="020C0503030203020204" pitchFamily="34" charset="0"/>
                          <a:cs typeface="Huawei Sans" panose="020C0503030203020204" pitchFamily="34" charset="0"/>
                        </a:rPr>
                        <a:t>China Mobile</a:t>
                      </a:r>
                    </a:p>
                  </a:txBody>
                  <a:tcPr marL="0" marR="0" marT="0" marB="0" anchor="ctr"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950" b="1" dirty="0">
                        <a:solidFill>
                          <a:schemeClr val="tx1">
                            <a:lumMod val="90000"/>
                            <a:lumOff val="10000"/>
                          </a:schemeClr>
                        </a:solidFill>
                        <a:latin typeface="Huawei Sans" panose="020C0503030203020204" pitchFamily="34" charset="0"/>
                        <a:cs typeface="Huawei Sans" panose="020C0503030203020204" pitchFamily="34" charset="0"/>
                      </a:endParaRPr>
                    </a:p>
                    <a:p>
                      <a:pPr algn="ctr"/>
                      <a:endParaRPr lang="en-US" sz="950" b="1" dirty="0">
                        <a:solidFill>
                          <a:schemeClr val="tx1">
                            <a:lumMod val="90000"/>
                            <a:lumOff val="10000"/>
                          </a:schemeClr>
                        </a:solidFill>
                        <a:latin typeface="Huawei Sans" panose="020C0503030203020204" pitchFamily="34" charset="0"/>
                        <a:cs typeface="Huawei Sans" panose="020C0503030203020204" pitchFamily="34" charset="0"/>
                      </a:endParaRPr>
                    </a:p>
                    <a:p>
                      <a:pPr algn="ctr"/>
                      <a:r>
                        <a:rPr lang="en-US" sz="950" b="1" dirty="0">
                          <a:solidFill>
                            <a:schemeClr val="tx1">
                              <a:lumMod val="90000"/>
                              <a:lumOff val="10000"/>
                            </a:schemeClr>
                          </a:solidFill>
                          <a:latin typeface="Huawei Sans" panose="020C0503030203020204" pitchFamily="34" charset="0"/>
                          <a:cs typeface="Huawei Sans" panose="020C0503030203020204" pitchFamily="34" charset="0"/>
                        </a:rPr>
                        <a:t>China Telecom </a:t>
                      </a:r>
                      <a:endParaRPr lang="en-US" sz="950" dirty="0">
                        <a:solidFill>
                          <a:schemeClr val="tx1">
                            <a:lumMod val="90000"/>
                            <a:lumOff val="10000"/>
                          </a:schemeClr>
                        </a:solidFill>
                        <a:latin typeface="Huawei Sans" panose="020C0503030203020204" pitchFamily="34" charset="0"/>
                        <a:cs typeface="Huawei Sans" panose="020C0503030203020204" pitchFamily="34" charset="0"/>
                      </a:endParaRPr>
                    </a:p>
                  </a:txBody>
                  <a:tcPr marL="0" marR="0" marT="0" marB="0" anchor="ctr"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950" b="1" dirty="0">
                        <a:solidFill>
                          <a:schemeClr val="tx1">
                            <a:lumMod val="90000"/>
                            <a:lumOff val="10000"/>
                          </a:schemeClr>
                        </a:solidFill>
                        <a:latin typeface="Huawei Sans" panose="020C0503030203020204" pitchFamily="34" charset="0"/>
                        <a:cs typeface="Huawei Sans" panose="020C0503030203020204" pitchFamily="34" charset="0"/>
                      </a:endParaRPr>
                    </a:p>
                    <a:p>
                      <a:pPr algn="ctr"/>
                      <a:endParaRPr lang="en-US" sz="950" b="1" dirty="0">
                        <a:solidFill>
                          <a:schemeClr val="tx1">
                            <a:lumMod val="90000"/>
                            <a:lumOff val="10000"/>
                          </a:schemeClr>
                        </a:solidFill>
                        <a:latin typeface="Huawei Sans" panose="020C0503030203020204" pitchFamily="34" charset="0"/>
                        <a:cs typeface="Huawei Sans" panose="020C0503030203020204" pitchFamily="34" charset="0"/>
                      </a:endParaRPr>
                    </a:p>
                    <a:p>
                      <a:pPr algn="ctr"/>
                      <a:r>
                        <a:rPr lang="en-US" sz="950" b="1" dirty="0">
                          <a:solidFill>
                            <a:schemeClr val="tx1">
                              <a:lumMod val="90000"/>
                              <a:lumOff val="10000"/>
                            </a:schemeClr>
                          </a:solidFill>
                          <a:latin typeface="Huawei Sans" panose="020C0503030203020204" pitchFamily="34" charset="0"/>
                          <a:cs typeface="Huawei Sans" panose="020C0503030203020204" pitchFamily="34" charset="0"/>
                        </a:rPr>
                        <a:t>China Unicom</a:t>
                      </a:r>
                      <a:endParaRPr lang="en-US" sz="950" dirty="0">
                        <a:solidFill>
                          <a:schemeClr val="tx1">
                            <a:lumMod val="90000"/>
                            <a:lumOff val="10000"/>
                          </a:schemeClr>
                        </a:solidFill>
                        <a:latin typeface="Huawei Sans" panose="020C0503030203020204" pitchFamily="34" charset="0"/>
                        <a:cs typeface="Huawei Sans" panose="020C0503030203020204" pitchFamily="34" charset="0"/>
                      </a:endParaRPr>
                    </a:p>
                  </a:txBody>
                  <a:tcPr marL="0" marR="0" marT="0" marB="0" anchor="ctr"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68218184"/>
                  </a:ext>
                </a:extLst>
              </a:tr>
              <a:tr h="59519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050" b="0" dirty="0">
                          <a:latin typeface="Huawei Sans" panose="020C0503030203020204" pitchFamily="34" charset="0"/>
                          <a:cs typeface="Huawei Sans" panose="020C0503030203020204" pitchFamily="34" charset="0"/>
                        </a:rPr>
                        <a:t>22M-40M</a:t>
                      </a:r>
                    </a:p>
                  </a:txBody>
                  <a:tcPr marL="7200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40"/>
                        </a:lnSpc>
                      </a:pPr>
                      <a:r>
                        <a:rPr lang="en-US" sz="3600" b="1" i="0" dirty="0">
                          <a:solidFill>
                            <a:schemeClr val="bg1"/>
                          </a:solidFill>
                          <a:latin typeface="Huawei Sans bold" panose="020C0803030203020204" pitchFamily="34" charset="0"/>
                          <a:cs typeface="Huawei Sans bold" panose="020C0803030203020204" pitchFamily="34" charset="0"/>
                        </a:rPr>
                        <a:t>•</a:t>
                      </a:r>
                    </a:p>
                  </a:txBody>
                  <a:tcPr marL="90000" marR="90000" marT="46800" marB="4680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798" rtl="0" eaLnBrk="1" fontAlgn="auto" latinLnBrk="0" hangingPunct="1">
                        <a:lnSpc>
                          <a:spcPts val="214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600" b="1" i="0" dirty="0">
                          <a:solidFill>
                            <a:srgbClr val="C00000"/>
                          </a:solidFill>
                          <a:latin typeface="Huawei Sans bold" panose="020C0803030203020204" pitchFamily="34" charset="0"/>
                          <a:cs typeface="Huawei Sans bold" panose="020C0803030203020204" pitchFamily="34" charset="0"/>
                        </a:rPr>
                        <a:t>•</a:t>
                      </a:r>
                    </a:p>
                  </a:txBody>
                  <a:tcPr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40"/>
                        </a:lnSpc>
                      </a:pPr>
                      <a:r>
                        <a:rPr lang="en-US" sz="3600" b="1" i="0" dirty="0">
                          <a:solidFill>
                            <a:schemeClr val="bg1"/>
                          </a:solidFill>
                          <a:latin typeface="Huawei Sans bold" panose="020C0803030203020204" pitchFamily="34" charset="0"/>
                          <a:cs typeface="Huawei Sans bold" panose="020C0803030203020204" pitchFamily="34" charset="0"/>
                        </a:rPr>
                        <a:t>•</a:t>
                      </a:r>
                    </a:p>
                  </a:txBody>
                  <a:tcPr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2140"/>
                        </a:lnSpc>
                      </a:pPr>
                      <a:endParaRPr lang="en-US" dirty="0">
                        <a:latin typeface="Huawei Sans" panose="020C0503030203020204" pitchFamily="34" charset="0"/>
                      </a:endParaRPr>
                    </a:p>
                  </a:txBody>
                  <a:tcPr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40"/>
                        </a:lnSpc>
                      </a:pPr>
                      <a:endParaRPr lang="en-US" sz="3600" dirty="0">
                        <a:latin typeface="Huawei Sans" panose="020C0503030203020204" pitchFamily="34" charset="0"/>
                      </a:endParaRPr>
                    </a:p>
                  </a:txBody>
                  <a:tcPr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40"/>
                        </a:lnSpc>
                      </a:pPr>
                      <a:r>
                        <a:rPr lang="en-US" sz="3600" b="1" i="0" dirty="0">
                          <a:solidFill>
                            <a:schemeClr val="bg1"/>
                          </a:solidFill>
                          <a:latin typeface="Huawei Sans bold" panose="020C0803030203020204" pitchFamily="34" charset="0"/>
                          <a:cs typeface="Huawei Sans bold" panose="020C0803030203020204" pitchFamily="34" charset="0"/>
                        </a:rPr>
                        <a:t>•</a:t>
                      </a:r>
                    </a:p>
                  </a:txBody>
                  <a:tcPr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81083839"/>
                  </a:ext>
                </a:extLst>
              </a:tr>
              <a:tr h="595196">
                <a:tc>
                  <a:txBody>
                    <a:bodyPr/>
                    <a:lstStyle/>
                    <a:p>
                      <a:pPr marL="0" marR="0" lvl="0" indent="0" algn="l" defTabSz="118779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50" b="0" dirty="0">
                        <a:latin typeface="Huawei Sans" panose="020C0503030203020204" pitchFamily="34" charset="0"/>
                        <a:cs typeface="Huawei Sans" panose="020C0503030203020204" pitchFamily="34" charset="0"/>
                      </a:endParaRPr>
                    </a:p>
                    <a:p>
                      <a:pPr marL="0" marR="0" lvl="0" indent="0" algn="l" defTabSz="118779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b="0" dirty="0">
                          <a:latin typeface="Huawei Sans" panose="020C0503030203020204" pitchFamily="34" charset="0"/>
                          <a:cs typeface="Huawei Sans" panose="020C0503030203020204" pitchFamily="34" charset="0"/>
                        </a:rPr>
                        <a:t>50M-80M</a:t>
                      </a:r>
                      <a:endParaRPr lang="en-US" sz="1050" dirty="0">
                        <a:latin typeface="Huawei Sans" panose="020C0503030203020204" pitchFamily="34" charset="0"/>
                        <a:cs typeface="Huawei Sans" panose="020C0503030203020204" pitchFamily="34" charset="0"/>
                      </a:endParaRPr>
                    </a:p>
                  </a:txBody>
                  <a:tcPr marL="72000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600" b="1" i="0" dirty="0">
                          <a:solidFill>
                            <a:schemeClr val="bg1"/>
                          </a:solidFill>
                          <a:latin typeface="Huawei Sans bold" panose="020C0803030203020204" pitchFamily="34" charset="0"/>
                          <a:cs typeface="Huawei Sans bold" panose="020C0803030203020204" pitchFamily="34" charset="0"/>
                        </a:rPr>
                        <a:t>•</a:t>
                      </a:r>
                    </a:p>
                  </a:txBody>
                  <a:tcPr marL="9000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600" b="1" i="0" dirty="0">
                          <a:solidFill>
                            <a:srgbClr val="C00000"/>
                          </a:solidFill>
                          <a:latin typeface="Huawei Sans bold" panose="020C0803030203020204" pitchFamily="34" charset="0"/>
                          <a:cs typeface="Huawei Sans bold" panose="020C0803030203020204" pitchFamily="34" charset="0"/>
                        </a:rPr>
                        <a:t>•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600" b="1" i="0" dirty="0">
                          <a:solidFill>
                            <a:schemeClr val="bg1"/>
                          </a:solidFill>
                          <a:latin typeface="Huawei Sans bold" panose="020C0803030203020204" pitchFamily="34" charset="0"/>
                          <a:cs typeface="Huawei Sans bold" panose="020C0803030203020204" pitchFamily="34" charset="0"/>
                        </a:rPr>
                        <a:t>•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latin typeface="Huawei Sans" panose="020C0503030203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3600" dirty="0">
                        <a:latin typeface="Huawei Sans" panose="020C0503030203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600" b="1" i="0" dirty="0">
                          <a:solidFill>
                            <a:schemeClr val="bg1"/>
                          </a:solidFill>
                          <a:latin typeface="Huawei Sans bold" panose="020C0803030203020204" pitchFamily="34" charset="0"/>
                          <a:cs typeface="Huawei Sans bold" panose="020C0803030203020204" pitchFamily="34" charset="0"/>
                        </a:rPr>
                        <a:t>•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11918238"/>
                  </a:ext>
                </a:extLst>
              </a:tr>
              <a:tr h="595196">
                <a:tc>
                  <a:txBody>
                    <a:bodyPr/>
                    <a:lstStyle/>
                    <a:p>
                      <a:pPr marL="0" marR="0" lvl="0" indent="0" algn="l" defTabSz="118779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50" b="0" dirty="0">
                        <a:latin typeface="Huawei Sans" panose="020C0503030203020204" pitchFamily="34" charset="0"/>
                        <a:cs typeface="Huawei Sans" panose="020C0503030203020204" pitchFamily="34" charset="0"/>
                      </a:endParaRPr>
                    </a:p>
                    <a:p>
                      <a:pPr marL="0" marR="0" lvl="0" indent="0" algn="l" defTabSz="118779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b="0" dirty="0">
                          <a:latin typeface="Huawei Sans" panose="020C0503030203020204" pitchFamily="34" charset="0"/>
                          <a:cs typeface="Huawei Sans" panose="020C0503030203020204" pitchFamily="34" charset="0"/>
                        </a:rPr>
                        <a:t>18M-25M</a:t>
                      </a:r>
                      <a:endParaRPr lang="en-US" sz="1050" dirty="0">
                        <a:latin typeface="Huawei Sans" panose="020C0503030203020204" pitchFamily="34" charset="0"/>
                        <a:cs typeface="Huawei Sans" panose="020C0503030203020204" pitchFamily="34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79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600" b="1" i="0" dirty="0">
                          <a:solidFill>
                            <a:schemeClr val="bg1"/>
                          </a:solidFill>
                          <a:latin typeface="Huawei Sans bold" panose="020C0803030203020204" pitchFamily="34" charset="0"/>
                          <a:cs typeface="Huawei Sans bold" panose="020C0803030203020204" pitchFamily="34" charset="0"/>
                        </a:rPr>
                        <a:t>•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79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600" b="1" i="0" dirty="0">
                          <a:solidFill>
                            <a:srgbClr val="C00000"/>
                          </a:solidFill>
                          <a:latin typeface="Huawei Sans bold" panose="020C0803030203020204" pitchFamily="34" charset="0"/>
                          <a:cs typeface="Huawei Sans bold" panose="020C0803030203020204" pitchFamily="34" charset="0"/>
                        </a:rPr>
                        <a:t>•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600" b="1" i="0" dirty="0">
                          <a:solidFill>
                            <a:schemeClr val="bg1"/>
                          </a:solidFill>
                          <a:latin typeface="Huawei Sans bold" panose="020C0803030203020204" pitchFamily="34" charset="0"/>
                          <a:cs typeface="Huawei Sans bold" panose="020C0803030203020204" pitchFamily="34" charset="0"/>
                        </a:rPr>
                        <a:t>•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600" b="1" i="0" dirty="0">
                          <a:solidFill>
                            <a:schemeClr val="bg1"/>
                          </a:solidFill>
                          <a:latin typeface="Huawei Sans bold" panose="020C0803030203020204" pitchFamily="34" charset="0"/>
                          <a:cs typeface="Huawei Sans bold" panose="020C0803030203020204" pitchFamily="34" charset="0"/>
                        </a:rPr>
                        <a:t>•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latin typeface="Huawei Sans" panose="020C0503030203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600" b="1" i="0" dirty="0">
                          <a:solidFill>
                            <a:schemeClr val="bg1"/>
                          </a:solidFill>
                          <a:latin typeface="Huawei Sans bold" panose="020C0803030203020204" pitchFamily="34" charset="0"/>
                          <a:cs typeface="Huawei Sans bold" panose="020C0803030203020204" pitchFamily="34" charset="0"/>
                        </a:rPr>
                        <a:t>•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20293942"/>
                  </a:ext>
                </a:extLst>
              </a:tr>
              <a:tr h="595196">
                <a:tc>
                  <a:txBody>
                    <a:bodyPr/>
                    <a:lstStyle/>
                    <a:p>
                      <a:pPr marL="0" marR="0" lvl="0" indent="0" algn="l" defTabSz="118779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50" b="0" dirty="0">
                        <a:latin typeface="Huawei Sans" panose="020C0503030203020204" pitchFamily="34" charset="0"/>
                        <a:cs typeface="Huawei Sans" panose="020C0503030203020204" pitchFamily="34" charset="0"/>
                      </a:endParaRPr>
                    </a:p>
                    <a:p>
                      <a:pPr marL="0" marR="0" lvl="0" indent="0" algn="l" defTabSz="118779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b="0" dirty="0">
                          <a:latin typeface="Huawei Sans" panose="020C0503030203020204" pitchFamily="34" charset="0"/>
                          <a:cs typeface="Huawei Sans" panose="020C0503030203020204" pitchFamily="34" charset="0"/>
                        </a:rPr>
                        <a:t>22M-35M</a:t>
                      </a:r>
                      <a:endParaRPr lang="en-US" sz="1050" dirty="0">
                        <a:latin typeface="Huawei Sans" panose="020C0503030203020204" pitchFamily="34" charset="0"/>
                        <a:cs typeface="Huawei Sans" panose="020C0503030203020204" pitchFamily="34" charset="0"/>
                      </a:endParaRPr>
                    </a:p>
                  </a:txBody>
                  <a:tcPr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79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600" b="1" i="0" dirty="0">
                          <a:solidFill>
                            <a:schemeClr val="bg1"/>
                          </a:solidFill>
                          <a:latin typeface="Huawei Sans bold" panose="020C0803030203020204" pitchFamily="34" charset="0"/>
                          <a:cs typeface="Huawei Sans bold" panose="020C0803030203020204" pitchFamily="34" charset="0"/>
                        </a:rPr>
                        <a:t>•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187798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600" b="1" i="0" dirty="0">
                          <a:solidFill>
                            <a:srgbClr val="C00000"/>
                          </a:solidFill>
                          <a:latin typeface="Huawei Sans bold" panose="020C0803030203020204" pitchFamily="34" charset="0"/>
                          <a:cs typeface="Huawei Sans bold" panose="020C0803030203020204" pitchFamily="34" charset="0"/>
                        </a:rPr>
                        <a:t>•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600" b="1" i="0" dirty="0">
                          <a:solidFill>
                            <a:schemeClr val="bg1"/>
                          </a:solidFill>
                          <a:latin typeface="Huawei Sans bold" panose="020C0803030203020204" pitchFamily="34" charset="0"/>
                          <a:cs typeface="Huawei Sans bold" panose="020C0803030203020204" pitchFamily="34" charset="0"/>
                        </a:rPr>
                        <a:t>•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600" b="1" i="0" dirty="0">
                          <a:solidFill>
                            <a:schemeClr val="bg1"/>
                          </a:solidFill>
                          <a:latin typeface="Huawei Sans bold" panose="020C0803030203020204" pitchFamily="34" charset="0"/>
                          <a:cs typeface="Huawei Sans bold" panose="020C0803030203020204" pitchFamily="34" charset="0"/>
                        </a:rPr>
                        <a:t>•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latin typeface="Huawei Sans" panose="020C0503030203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600" b="1" i="0" dirty="0">
                          <a:solidFill>
                            <a:schemeClr val="bg1"/>
                          </a:solidFill>
                          <a:latin typeface="Huawei Sans bold" panose="020C0803030203020204" pitchFamily="34" charset="0"/>
                          <a:cs typeface="Huawei Sans bold" panose="020C0803030203020204" pitchFamily="34" charset="0"/>
                        </a:rPr>
                        <a:t>•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4736679"/>
                  </a:ext>
                </a:extLst>
              </a:tr>
              <a:tr h="595196">
                <a:tc>
                  <a:txBody>
                    <a:bodyPr/>
                    <a:lstStyle/>
                    <a:p>
                      <a:endParaRPr lang="en-US" dirty="0">
                        <a:latin typeface="Huawei Sans" panose="020C0503030203020204" pitchFamily="34" charset="0"/>
                      </a:endParaRPr>
                    </a:p>
                  </a:txBody>
                  <a:tcP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latin typeface="Huawei Sans" panose="020C0503030203020204" pitchFamily="34" charset="0"/>
                      </a:endParaRPr>
                    </a:p>
                  </a:txBody>
                  <a:tcP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en-US">
                        <a:latin typeface="Huawei Sans" panose="020C0503030203020204" pitchFamily="34" charset="0"/>
                      </a:endParaRPr>
                    </a:p>
                  </a:txBody>
                  <a:tcP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en-US">
                        <a:latin typeface="Huawei Sans" panose="020C0503030203020204" pitchFamily="34" charset="0"/>
                      </a:endParaRPr>
                    </a:p>
                  </a:txBody>
                  <a:tcP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latin typeface="Huawei Sans" panose="020C0503030203020204" pitchFamily="34" charset="0"/>
                      </a:endParaRPr>
                    </a:p>
                  </a:txBody>
                  <a:tcP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latin typeface="Huawei Sans" panose="020C0503030203020204" pitchFamily="34" charset="0"/>
                      </a:endParaRPr>
                    </a:p>
                  </a:txBody>
                  <a:tcP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latin typeface="Huawei Sans" panose="020C0503030203020204" pitchFamily="34" charset="0"/>
                      </a:endParaRPr>
                    </a:p>
                  </a:txBody>
                  <a:tcP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276231359"/>
                  </a:ext>
                </a:extLst>
              </a:tr>
            </a:tbl>
          </a:graphicData>
        </a:graphic>
      </p:graphicFrame>
      <p:sp>
        <p:nvSpPr>
          <p:cNvPr id="13" name="Text Box 22">
            <a:extLst>
              <a:ext uri="{FF2B5EF4-FFF2-40B4-BE49-F238E27FC236}">
                <a16:creationId xmlns:a16="http://schemas.microsoft.com/office/drawing/2014/main" id="{F694A82C-FFD9-416E-8910-A1829A18D518}"/>
              </a:ext>
            </a:extLst>
          </p:cNvPr>
          <p:cNvSpPr txBox="1">
            <a:spLocks noChangeArrowheads="1"/>
          </p:cNvSpPr>
          <p:nvPr/>
        </p:nvSpPr>
        <p:spPr bwMode="auto">
          <a:xfrm rot="-1200000">
            <a:off x="6777508" y="4954608"/>
            <a:ext cx="5351617" cy="698051"/>
          </a:xfrm>
          <a:prstGeom prst="rect">
            <a:avLst/>
          </a:prstGeom>
          <a:solidFill>
            <a:srgbClr val="FFFFFF">
              <a:alpha val="50196"/>
            </a:srgbClr>
          </a:solidFill>
          <a:ln w="28575" algn="ctr">
            <a:solidFill>
              <a:srgbClr val="C00000"/>
            </a:solidFill>
            <a:miter lim="800000"/>
            <a:headEnd/>
            <a:tailEnd/>
          </a:ln>
          <a:effectLst/>
        </p:spPr>
        <p:txBody>
          <a:bodyPr wrap="square" lIns="105092" tIns="101810" rIns="105092" bIns="101810">
            <a:spAutoFit/>
          </a:bodyPr>
          <a:lstStyle>
            <a:defPPr>
              <a:defRPr lang="zh-CN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itchFamily="34" charset="0"/>
                <a:ea typeface="宋体" pitchFamily="2" charset="-122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itchFamily="34" charset="0"/>
                <a:ea typeface="宋体" pitchFamily="2" charset="-122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itchFamily="34" charset="0"/>
                <a:ea typeface="宋体" pitchFamily="2" charset="-122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itchFamily="34" charset="0"/>
                <a:ea typeface="宋体" pitchFamily="2" charset="-122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itchFamily="34" charset="0"/>
                <a:ea typeface="宋体" pitchFamily="2" charset="-122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Calibri" pitchFamily="34" charset="0"/>
                <a:ea typeface="宋体" pitchFamily="2" charset="-122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Calibri" pitchFamily="34" charset="0"/>
                <a:ea typeface="宋体" pitchFamily="2" charset="-122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Calibri" pitchFamily="34" charset="0"/>
                <a:ea typeface="宋体" pitchFamily="2" charset="-122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Calibri" pitchFamily="34" charset="0"/>
                <a:ea typeface="宋体" pitchFamily="2" charset="-122"/>
                <a:cs typeface="+mn-cs"/>
              </a:defRPr>
            </a:lvl9pPr>
          </a:lstStyle>
          <a:p>
            <a:pPr algn="ctr" defTabSz="731838"/>
            <a:r>
              <a:rPr lang="en-US" altLang="zh-CN" sz="160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This page is for color matching. Please delete this page for formal use.</a:t>
            </a:r>
          </a:p>
        </p:txBody>
      </p:sp>
    </p:spTree>
    <p:extLst>
      <p:ext uri="{BB962C8B-B14F-4D97-AF65-F5344CB8AC3E}">
        <p14:creationId xmlns:p14="http://schemas.microsoft.com/office/powerpoint/2010/main" val="2710191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52022315"/>
      </p:ext>
    </p:extLst>
  </p:cSld>
  <p:clrMapOvr>
    <a:masterClrMapping/>
  </p:clrMapOvr>
</p:sld>
</file>

<file path=ppt/theme/theme1.xml><?xml version="1.0" encoding="utf-8"?>
<a:theme xmlns:a="http://schemas.openxmlformats.org/drawingml/2006/main" name="1_Title Slide">
  <a:themeElements>
    <a:clrScheme name="HuaWei colour 3">
      <a:dk1>
        <a:srgbClr val="1D1D1A"/>
      </a:dk1>
      <a:lt1>
        <a:srgbClr val="666666"/>
      </a:lt1>
      <a:dk2>
        <a:srgbClr val="FFFFFF"/>
      </a:dk2>
      <a:lt2>
        <a:srgbClr val="DDDDDD"/>
      </a:lt2>
      <a:accent1>
        <a:srgbClr val="E9002F"/>
      </a:accent1>
      <a:accent2>
        <a:srgbClr val="7F0000"/>
      </a:accent2>
      <a:accent3>
        <a:srgbClr val="ED6D00"/>
      </a:accent3>
      <a:accent4>
        <a:srgbClr val="FCC800"/>
      </a:accent4>
      <a:accent5>
        <a:srgbClr val="61B230"/>
      </a:accent5>
      <a:accent6>
        <a:srgbClr val="30B5C5"/>
      </a:accent6>
      <a:hlink>
        <a:srgbClr val="C7000B"/>
      </a:hlink>
      <a:folHlink>
        <a:srgbClr val="666666"/>
      </a:folHlink>
    </a:clrScheme>
    <a:fontScheme name="Arial Black-Arial">
      <a:majorFont>
        <a:latin typeface="Arial Black" panose="020B0A04020102020204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>
          <a:defRPr kumimoji="1" sz="3200" dirty="0" smtClean="0">
            <a:solidFill>
              <a:srgbClr val="000000"/>
            </a:solidFill>
            <a:latin typeface="Microsoft YaHei" panose="020B0503020204020204" pitchFamily="34" charset="-122"/>
            <a:ea typeface="Microsoft YaHei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PT 模板" id="{9BBB633E-5E45-41C7-B61B-A7FDDADD335C}" vid="{F4E5724B-7154-473D-A508-2B054E8EE854}"/>
    </a:ext>
  </a:extLst>
</a:theme>
</file>

<file path=ppt/theme/theme2.xml><?xml version="1.0" encoding="utf-8"?>
<a:theme xmlns:a="http://schemas.openxmlformats.org/drawingml/2006/main" name="Contents">
  <a:themeElements>
    <a:clrScheme name="HuaWei colour 3">
      <a:dk1>
        <a:srgbClr val="1D1D1A"/>
      </a:dk1>
      <a:lt1>
        <a:srgbClr val="666666"/>
      </a:lt1>
      <a:dk2>
        <a:srgbClr val="FFFFFF"/>
      </a:dk2>
      <a:lt2>
        <a:srgbClr val="DDDDDD"/>
      </a:lt2>
      <a:accent1>
        <a:srgbClr val="E9002F"/>
      </a:accent1>
      <a:accent2>
        <a:srgbClr val="7F0000"/>
      </a:accent2>
      <a:accent3>
        <a:srgbClr val="ED6D00"/>
      </a:accent3>
      <a:accent4>
        <a:srgbClr val="FCC800"/>
      </a:accent4>
      <a:accent5>
        <a:srgbClr val="61B230"/>
      </a:accent5>
      <a:accent6>
        <a:srgbClr val="30B5C5"/>
      </a:accent6>
      <a:hlink>
        <a:srgbClr val="C7000B"/>
      </a:hlink>
      <a:folHlink>
        <a:srgbClr val="666666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>
          <a:defRPr kumimoji="1" sz="2200" dirty="0" smtClean="0">
            <a:solidFill>
              <a:srgbClr val="000000"/>
            </a:solidFill>
            <a:latin typeface="Microsoft YaHei" panose="020B0503020204020204" pitchFamily="34" charset="-122"/>
            <a:ea typeface="Microsoft YaHei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PT 模板" id="{9BBB633E-5E45-41C7-B61B-A7FDDADD335C}" vid="{91E8AC51-71E2-47EB-A98B-31EFD4425DE1}"/>
    </a:ext>
  </a:extLst>
</a:theme>
</file>

<file path=ppt/theme/theme3.xml><?xml version="1.0" encoding="utf-8"?>
<a:theme xmlns:a="http://schemas.openxmlformats.org/drawingml/2006/main" name="Chapter Page">
  <a:themeElements>
    <a:clrScheme name="HuaWei colour 3">
      <a:dk1>
        <a:srgbClr val="1D1D1A"/>
      </a:dk1>
      <a:lt1>
        <a:srgbClr val="666666"/>
      </a:lt1>
      <a:dk2>
        <a:srgbClr val="FFFFFF"/>
      </a:dk2>
      <a:lt2>
        <a:srgbClr val="DDDDDD"/>
      </a:lt2>
      <a:accent1>
        <a:srgbClr val="E9002F"/>
      </a:accent1>
      <a:accent2>
        <a:srgbClr val="7F0000"/>
      </a:accent2>
      <a:accent3>
        <a:srgbClr val="ED6D00"/>
      </a:accent3>
      <a:accent4>
        <a:srgbClr val="FCC800"/>
      </a:accent4>
      <a:accent5>
        <a:srgbClr val="61B230"/>
      </a:accent5>
      <a:accent6>
        <a:srgbClr val="30B5C5"/>
      </a:accent6>
      <a:hlink>
        <a:srgbClr val="C7000B"/>
      </a:hlink>
      <a:folHlink>
        <a:srgbClr val="666666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>
          <a:defRPr kumimoji="1" dirty="0" smtClean="0">
            <a:solidFill>
              <a:srgbClr val="000000"/>
            </a:solidFill>
            <a:latin typeface="Microsoft YaHei" panose="020B0503020204020204" pitchFamily="34" charset="-122"/>
            <a:ea typeface="Microsoft YaHei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PT 模板" id="{9BBB633E-5E45-41C7-B61B-A7FDDADD335C}" vid="{FC34AD67-7538-4717-9A73-50191031DBF3}"/>
    </a:ext>
  </a:extLst>
</a:theme>
</file>

<file path=ppt/theme/theme4.xml><?xml version="1.0" encoding="utf-8"?>
<a:theme xmlns:a="http://schemas.openxmlformats.org/drawingml/2006/main" name="Last Page">
  <a:themeElements>
    <a:clrScheme name="HuaWei colour 3">
      <a:dk1>
        <a:srgbClr val="1D1D1A"/>
      </a:dk1>
      <a:lt1>
        <a:srgbClr val="666666"/>
      </a:lt1>
      <a:dk2>
        <a:srgbClr val="FFFFFF"/>
      </a:dk2>
      <a:lt2>
        <a:srgbClr val="DDDDDD"/>
      </a:lt2>
      <a:accent1>
        <a:srgbClr val="E9002F"/>
      </a:accent1>
      <a:accent2>
        <a:srgbClr val="7F0000"/>
      </a:accent2>
      <a:accent3>
        <a:srgbClr val="ED6D00"/>
      </a:accent3>
      <a:accent4>
        <a:srgbClr val="FCC800"/>
      </a:accent4>
      <a:accent5>
        <a:srgbClr val="61B230"/>
      </a:accent5>
      <a:accent6>
        <a:srgbClr val="30B5C5"/>
      </a:accent6>
      <a:hlink>
        <a:srgbClr val="C7000B"/>
      </a:hlink>
      <a:folHlink>
        <a:srgbClr val="666666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defRPr kumimoji="1" sz="3200" dirty="0" smtClean="0">
            <a:solidFill>
              <a:srgbClr val="000000"/>
            </a:solidFill>
            <a:latin typeface="Microsoft YaHei" panose="020B0503020204020204" pitchFamily="34" charset="-122"/>
            <a:ea typeface="Microsoft YaHei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PT 模板" id="{9BBB633E-5E45-41C7-B61B-A7FDDADD335C}" vid="{CE9DE895-046C-40AC-AD8E-ED7DD660489B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MWC 19-PPT模板-白底 16比9</Template>
  <TotalTime>8211</TotalTime>
  <Words>260</Words>
  <Application>Microsoft Office PowerPoint</Application>
  <PresentationFormat>Custom</PresentationFormat>
  <Paragraphs>70</Paragraphs>
  <Slides>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6</vt:i4>
      </vt:variant>
    </vt:vector>
  </HeadingPairs>
  <TitlesOfParts>
    <vt:vector size="21" baseType="lpstr">
      <vt:lpstr>Huawei Sans</vt:lpstr>
      <vt:lpstr>Huawei Sans bold</vt:lpstr>
      <vt:lpstr>Huawei Sans Medium</vt:lpstr>
      <vt:lpstr>Microsoft YaHei</vt:lpstr>
      <vt:lpstr>Microsoft YaHei</vt:lpstr>
      <vt:lpstr>方正兰亭黑简体</vt:lpstr>
      <vt:lpstr>Arial</vt:lpstr>
      <vt:lpstr>Calibri</vt:lpstr>
      <vt:lpstr>Calibri Light</vt:lpstr>
      <vt:lpstr>Helvetica</vt:lpstr>
      <vt:lpstr>Trebuchet MS</vt:lpstr>
      <vt:lpstr>1_Title Slide</vt:lpstr>
      <vt:lpstr>Contents</vt:lpstr>
      <vt:lpstr>Chapter Page</vt:lpstr>
      <vt:lpstr>Last Page</vt:lpstr>
      <vt:lpstr>PowerPoint Presentation</vt:lpstr>
      <vt:lpstr>PowerPoint Presentation</vt:lpstr>
      <vt:lpstr>PowerPoint Presentation</vt:lpstr>
      <vt:lpstr>Simple Timeline</vt:lpstr>
      <vt:lpstr>PowerPoint Presentation</vt:lpstr>
      <vt:lpstr>PowerPoint Presentation</vt:lpstr>
    </vt:vector>
  </TitlesOfParts>
  <Company>Huawei Technologies Co.,Ltd.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AutoBVT</dc:creator>
  <cp:lastModifiedBy>Raul Myron Silva Amorim</cp:lastModifiedBy>
  <cp:revision>72</cp:revision>
  <dcterms:created xsi:type="dcterms:W3CDTF">2018-12-05T07:23:25Z</dcterms:created>
  <dcterms:modified xsi:type="dcterms:W3CDTF">2025-10-23T16:46:17Z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2015_ms_pID_725343">
    <vt:lpwstr>(3)TKIRsvJGB1AVwLuiVyVjJkBLlz+Tk4ycwbgcPygMtETI5CubN/+Xj9LD9xU10CvjzR8CSPhf
c7n7OWPwHulUdKGtEhYOyhlQU5QAioiyv0O2gAn5OI0ed3DcyaUHH2wudMcjo/tKeB6kORKB
/iaw+lN1ejzPsVQWC+vFAcz51+Aq85heu+9YHniksqnQSHN6u3oKIxDWLYKgFZLVJ7imEDMs
9JJmSoFskvjpoarCs5</vt:lpwstr>
  </property>
  <property fmtid="{D5CDD505-2E9C-101B-9397-08002B2CF9AE}" pid="3" name="_2015_ms_pID_7253431">
    <vt:lpwstr>1iu2XbqqlQqU/YU99QAol+bhCqese1xDCLmbpAVGE6fLwAq3OL3TbH
dJrp8dS6ujEh0ySRS2XYMxM3iLPOaKVAO7pL6g6FYtAtcP2tR0CzX4NG4QqaAAZP++VJg8dL
XOaV0onr4MNpyxAB7NWv6qCgAzEQLOJCeH3NqEnXvbbmLDLGJfpiTCkiZ+OfUZgRB/i7EJzZ
s3erScYclZ4o/yOjAZhBth6vtz7Fs1Ertjq2</vt:lpwstr>
  </property>
  <property fmtid="{D5CDD505-2E9C-101B-9397-08002B2CF9AE}" pid="4" name="_2015_ms_pID_7253432">
    <vt:lpwstr>Yg==</vt:lpwstr>
  </property>
  <property fmtid="{D5CDD505-2E9C-101B-9397-08002B2CF9AE}" pid="5" name="_readonly">
    <vt:lpwstr/>
  </property>
  <property fmtid="{D5CDD505-2E9C-101B-9397-08002B2CF9AE}" pid="6" name="_change">
    <vt:lpwstr/>
  </property>
  <property fmtid="{D5CDD505-2E9C-101B-9397-08002B2CF9AE}" pid="7" name="_full-control">
    <vt:lpwstr/>
  </property>
  <property fmtid="{D5CDD505-2E9C-101B-9397-08002B2CF9AE}" pid="8" name="sflag">
    <vt:lpwstr>1575429571</vt:lpwstr>
  </property>
</Properties>
</file>