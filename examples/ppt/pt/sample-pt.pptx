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10" r:id="rId2"/>
    <p:sldMasterId id="2147483913" r:id="rId3"/>
    <p:sldMasterId id="2147483903" r:id="rId4"/>
  </p:sldMasterIdLst>
  <p:notesMasterIdLst>
    <p:notesMasterId r:id="rId11"/>
  </p:notesMasterIdLst>
  <p:handoutMasterIdLst>
    <p:handoutMasterId r:id="rId12"/>
  </p:handoutMasterIdLst>
  <p:sldIdLst>
    <p:sldId id="256" r:id="rId17"/>
    <p:sldId id="257" r:id="rId18"/>
    <p:sldId id="258" r:id="rId19"/>
    <p:sldId id="259" r:id="rId20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8D0D622-F6C6-F44A-B365-B4A5FF6195C2}">
          <p14:sldIdLst>
            <p14:sldId id="294"/>
          </p14:sldIdLst>
        </p14:section>
        <p14:section name="Contents" id="{9D221634-295C-7843-AF5C-A0CB4F229241}">
          <p14:sldIdLst>
            <p14:sldId id="293"/>
          </p14:sldIdLst>
        </p14:section>
        <p14:section name="Chapter Page" id="{FD05EE94-C931-8C4B-83A2-004B32AA1207}">
          <p14:sldIdLst>
            <p14:sldId id="295"/>
            <p14:sldId id="315"/>
            <p14:sldId id="285"/>
          </p14:sldIdLst>
        </p14:section>
        <p14:section name="Last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596BD1"/>
    <a:srgbClr val="5B71D4"/>
    <a:srgbClr val="E6E6E6"/>
    <a:srgbClr val="DEDEDE"/>
    <a:srgbClr val="CFCFCF"/>
    <a:srgbClr val="000000"/>
    <a:srgbClr val="151515"/>
    <a:srgbClr val="C7000B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6291"/>
  </p:normalViewPr>
  <p:slideViewPr>
    <p:cSldViewPr snapToGrid="0" snapToObjects="1">
      <p:cViewPr varScale="1">
        <p:scale>
          <a:sx n="81" d="100"/>
          <a:sy n="81" d="100"/>
        </p:scale>
        <p:origin x="4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D3-42C4-A136-D69AF27F5295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3-42C4-A136-D69AF27F5295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3-42C4-A136-D69AF27F5295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D3-42C4-A136-D69AF27F5295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D3-42C4-A136-D69AF27F5295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0D3-42C4-A136-D69AF27F5295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D3-42C4-A136-D69AF27F5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789460320"/>
        <c:axId val="789458144"/>
      </c:barChart>
      <c:catAx>
        <c:axId val="789460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9458144"/>
        <c:crosses val="autoZero"/>
        <c:auto val="1"/>
        <c:lblAlgn val="ctr"/>
        <c:lblOffset val="100"/>
        <c:noMultiLvlLbl val="0"/>
      </c:catAx>
      <c:valAx>
        <c:axId val="78945814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8946032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574A3C-DF18-4313-A135-099508AA8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3" t="15108" r="27233" b="28501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21970-0D4B-490B-8C7B-77CFCE54E2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0" y="327660"/>
            <a:ext cx="572625" cy="56686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8D2239F5-4BDB-47B9-884A-3112584812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245" y="5901690"/>
            <a:ext cx="861859" cy="62865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B1C27E3-16C6-463A-B434-45FDCCAFDA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4504" y="327660"/>
            <a:ext cx="2514600" cy="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add text</a:t>
            </a:r>
          </a:p>
        </p:txBody>
      </p:sp>
      <p:cxnSp>
        <p:nvCxnSpPr>
          <p:cNvPr id="5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975" y="1349255"/>
            <a:ext cx="161542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1010869" y="720733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tx1"/>
                </a:solidFill>
                <a:latin typeface="Huawei Sans" panose="020C0503030203020204" pitchFamily="34" charset="0"/>
                <a:ea typeface="Microsoft YaHei" charset="-122"/>
                <a:cs typeface="Huawei Sans" panose="020C0503030203020204" pitchFamily="34" charset="0"/>
              </a:rPr>
              <a:t>Contents</a:t>
            </a:r>
            <a:endParaRPr kumimoji="1" lang="zh-CN" altLang="en-US" sz="3600" dirty="0">
              <a:solidFill>
                <a:schemeClr val="tx1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Huawei Sans Medium" panose="020C0603030203020204" pitchFamily="34" charset="0"/>
                <a:ea typeface="Microsoft YaHei" panose="020B0503020204020204" pitchFamily="34" charset="-122"/>
                <a:cs typeface="Huawei Sans Medium" panose="020C0603030203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600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2pPr>
            <a:lvl3pPr marL="930300" marR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 sz="1299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altLang="zh-CN" dirty="0"/>
              <a:t>Click to add text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537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8" y="106331"/>
            <a:ext cx="10519708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282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5131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8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3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3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>
                <a:solidFill>
                  <a:srgbClr val="1D1D1B"/>
                </a:solidFill>
                <a:latin typeface="Huawei Sans" panose="020C0503030203020204" pitchFamily="34" charset="0"/>
                <a:ea typeface="+mn-ea"/>
                <a:cs typeface="Huawei Sans" panose="020C0503030203020204" pitchFamily="34" charset="0"/>
              </a:rPr>
              <a:t>Huawei Confidential</a:t>
            </a:r>
            <a:endParaRPr lang="en-US" sz="900" b="0" kern="1200" baseline="0" dirty="0">
              <a:solidFill>
                <a:srgbClr val="1D1D1B"/>
              </a:solidFill>
              <a:latin typeface="Huawei Sans" panose="020C0503030203020204" pitchFamily="34" charset="0"/>
              <a:ea typeface="+mn-ea"/>
              <a:cs typeface="Huawei Sans" panose="020C05030302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339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Microsoft YaHei" panose="020B0503020204020204" pitchFamily="34" charset="-122"/>
          <a:cs typeface="Huawei Sans" panose="020C0503030203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600" b="1">
                <a:solidFill>
                  <a:srgbClr val="1F2328"/>
                </a:solidFill>
              </a:rPr>
              <a:t>Visão Geral do Huawei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Introdução aos Serviços HCS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0">
                <a:solidFill>
                  <a:srgbClr val="E8E8E8"/>
                </a:solidFill>
              </a:rPr>
              <a:t>Exemplo | Português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Famílias de Serviços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37360" y="1645920"/>
          <a:ext cx="8686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Família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Serviços Principais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Qtd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Computação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ECS, IMS, AS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Armazenamento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EVS, OBS, HBR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Rede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ELB, NAT, VPN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5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Banco de Dados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RDS, GaussDB, DRS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O hotline precisa saber o nome oficial do serviço para roteamento do SR.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Lembretes Importantes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Nunca solicite ou aceite credenciais. Oriente o cliente ao autoatendimento.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Sempre valide a identidade do chamador contra a lista de contatos autorizados.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O ManageOne é a plataforma de operações, não um serviço cloud em 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870B2E42-EE4A-4BA3-B5FD-06387F4D0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5891E87-9BE3-4A6E-9338-1CDB22E5E5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3DA0709F-480D-496D-9AE3-86CE30CA73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7321354"/>
              </p:ext>
            </p:extLst>
          </p:nvPr>
        </p:nvGraphicFramePr>
        <p:xfrm>
          <a:off x="781810" y="2597851"/>
          <a:ext cx="3852104" cy="2950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94B88A61-E321-43A5-AF28-824FF07DC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680311"/>
              </p:ext>
            </p:extLst>
          </p:nvPr>
        </p:nvGraphicFramePr>
        <p:xfrm>
          <a:off x="4953403" y="2284225"/>
          <a:ext cx="6417697" cy="3705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543">
                  <a:extLst>
                    <a:ext uri="{9D8B030D-6E8A-4147-A177-3AD203B41FA5}">
                      <a16:colId xmlns:a16="http://schemas.microsoft.com/office/drawing/2014/main" val="3290653754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2226355419"/>
                    </a:ext>
                  </a:extLst>
                </a:gridCol>
                <a:gridCol w="948266">
                  <a:extLst>
                    <a:ext uri="{9D8B030D-6E8A-4147-A177-3AD203B41FA5}">
                      <a16:colId xmlns:a16="http://schemas.microsoft.com/office/drawing/2014/main" val="1019984887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4189785689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5006007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1514843"/>
                    </a:ext>
                  </a:extLst>
                </a:gridCol>
                <a:gridCol w="936976">
                  <a:extLst>
                    <a:ext uri="{9D8B030D-6E8A-4147-A177-3AD203B41FA5}">
                      <a16:colId xmlns:a16="http://schemas.microsoft.com/office/drawing/2014/main" val="3567691634"/>
                    </a:ext>
                  </a:extLst>
                </a:gridCol>
              </a:tblGrid>
              <a:tr h="59519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ea typeface="+mn-ea"/>
                          <a:cs typeface="Huawei Sans" panose="020C0503030203020204" pitchFamily="34" charset="0"/>
                        </a:rPr>
                        <a:t>T-Mobile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ea typeface="+mn-ea"/>
                          <a:cs typeface="Huawei Sans" panose="020C0503030203020204" pitchFamily="34" charset="0"/>
                        </a:rPr>
                        <a:t>Huawei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ea typeface="+mn-ea"/>
                          <a:cs typeface="Huawei Sans" panose="020C0503030203020204" pitchFamily="34" charset="0"/>
                        </a:rPr>
                        <a:t>Orange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China Mobile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China Telecom 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China Unicom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18184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22M-40M</a:t>
                      </a:r>
                    </a:p>
                  </a:txBody>
                  <a:tcPr marL="7200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marL="90000" marR="90000" marT="46800" marB="468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ts val="21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endParaRPr lang="en-US" sz="3600" dirty="0">
                        <a:latin typeface="Huawei Sans" panose="020C0503030203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8383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50M-80M</a:t>
                      </a:r>
                      <a:endParaRPr lang="en-US" sz="105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7200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918238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18M-25M</a:t>
                      </a:r>
                      <a:endParaRPr lang="en-US" sz="105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293942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22M-35M</a:t>
                      </a:r>
                      <a:endParaRPr lang="en-US" sz="105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3667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6231359"/>
                  </a:ext>
                </a:extLst>
              </a:tr>
            </a:tbl>
          </a:graphicData>
        </a:graphic>
      </p:graphicFrame>
      <p:sp>
        <p:nvSpPr>
          <p:cNvPr id="13" name="Text Box 22">
            <a:extLst>
              <a:ext uri="{FF2B5EF4-FFF2-40B4-BE49-F238E27FC236}">
                <a16:creationId xmlns:a16="http://schemas.microsoft.com/office/drawing/2014/main" id="{F694A82C-FFD9-416E-8910-A1829A18D518}"/>
              </a:ext>
            </a:extLst>
          </p:cNvPr>
          <p:cNvSpPr txBox="1">
            <a:spLocks noChangeArrowheads="1"/>
          </p:cNvSpPr>
          <p:nvPr/>
        </p:nvSpPr>
        <p:spPr bwMode="auto">
          <a:xfrm rot="-1200000">
            <a:off x="6777508" y="4954608"/>
            <a:ext cx="5351617" cy="698051"/>
          </a:xfrm>
          <a:prstGeom prst="rect">
            <a:avLst/>
          </a:prstGeom>
          <a:solidFill>
            <a:srgbClr val="FFFFFF">
              <a:alpha val="5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lIns="105092" tIns="101810" rIns="105092" bIns="10181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731838"/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 page is for color matching. Please delete this page for formal use.</a:t>
            </a:r>
          </a:p>
        </p:txBody>
      </p:sp>
    </p:spTree>
    <p:extLst>
      <p:ext uri="{BB962C8B-B14F-4D97-AF65-F5344CB8AC3E}">
        <p14:creationId xmlns:p14="http://schemas.microsoft.com/office/powerpoint/2010/main" val="27101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Contents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Last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8211</TotalTime>
  <Words>260</Words>
  <Application>Microsoft Office PowerPoint</Application>
  <PresentationFormat>Custom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Huawei Sans</vt:lpstr>
      <vt:lpstr>Huawei Sans bold</vt:lpstr>
      <vt:lpstr>Huawei Sans Medium</vt:lpstr>
      <vt:lpstr>Microsoft YaHei</vt:lpstr>
      <vt:lpstr>Microsoft YaHei</vt:lpstr>
      <vt:lpstr>方正兰亭黑简体</vt:lpstr>
      <vt:lpstr>Arial</vt:lpstr>
      <vt:lpstr>Calibri</vt:lpstr>
      <vt:lpstr>Calibri Light</vt:lpstr>
      <vt:lpstr>Helvetica</vt:lpstr>
      <vt:lpstr>Trebuchet MS</vt:lpstr>
      <vt:lpstr>1_Title Slide</vt:lpstr>
      <vt:lpstr>Contents</vt:lpstr>
      <vt:lpstr>Chapter Page</vt:lpstr>
      <vt:lpstr>Last Page</vt:lpstr>
      <vt:lpstr>PowerPoint Presentation</vt:lpstr>
      <vt:lpstr>PowerPoint Presentation</vt:lpstr>
      <vt:lpstr>PowerPoint Presentation</vt:lpstr>
      <vt:lpstr>Simple Timeline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Raul Myron Silva Amorim</cp:lastModifiedBy>
  <cp:revision>72</cp:revision>
  <dcterms:created xsi:type="dcterms:W3CDTF">2018-12-05T07:23:25Z</dcterms:created>
  <dcterms:modified xsi:type="dcterms:W3CDTF">2025-10-23T16:46:17Z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(3)TKIRsvJGB1AVwLuiVyVjJkBLlz+Tk4ycwbgcPygMtETI5CubN/+Xj9LD9xU10CvjzR8CSPhf
c7n7OWPwHulUdKGtEhYOyhlQU5QAioiyv0O2gAn5OI0ed3DcyaUHH2wudMcjo/tKeB6kORKB
/iaw+lN1ejzPsVQWC+vFAcz51+Aq85heu+9YHniksqnQSHN6u3oKIxDWLYKgFZLVJ7imEDMs
9JJmSoFskvjpoarCs5</vt:lpwstr>
  </property>
  <property fmtid="{D5CDD505-2E9C-101B-9397-08002B2CF9AE}" pid="3" name="_2015_ms_pID_7253431">
    <vt:lpwstr>1iu2XbqqlQqU/YU99QAol+bhCqese1xDCLmbpAVGE6fLwAq3OL3TbH
dJrp8dS6ujEh0ySRS2XYMxM3iLPOaKVAO7pL6g6FYtAtcP2tR0CzX4NG4QqaAAZP++VJg8dL
XOaV0onr4MNpyxAB7NWv6qCgAzEQLOJCeH3NqEnXvbbmLDLGJfpiTCkiZ+OfUZgRB/i7EJzZ
s3erScYclZ4o/yOjAZhBth6vtz7Fs1Ertjq2</vt:lpwstr>
  </property>
  <property fmtid="{D5CDD505-2E9C-101B-9397-08002B2CF9AE}" pid="4" name="_2015_ms_pID_7253432">
    <vt:lpwstr>Yg==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